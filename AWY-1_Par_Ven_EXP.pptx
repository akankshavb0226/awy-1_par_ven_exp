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0" r:id="rId3"/>
    <p:sldId id="279" r:id="rId4"/>
    <p:sldId id="284" r:id="rId5"/>
    <p:sldId id="283" r:id="rId6"/>
    <p:sldId id="285" r:id="rId7"/>
    <p:sldId id="281" r:id="rId8"/>
    <p:sldId id="28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2E367F-DE05-C3B5-3861-90B4B0E4A5EF}" name="Parmar, Ayush Naresh" initials="PA" userId="S::uas0033291@stud.fra-uas.de::6d84dd8d-2f6e-43eb-a229-830dd0c9ca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673"/>
    <a:srgbClr val="12688C"/>
    <a:srgbClr val="0B3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B5010-9D7D-5C4A-AE29-E4BEBE158C9C}" v="733" dt="2026-03-19T22:33:1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ny, Snehamol" userId="b233ebc9-1c62-444f-bf89-e36508eaed61" providerId="ADAL" clId="{40FCA9E7-0170-4517-9AE3-C9001F2F0CA2}"/>
    <pc:docChg chg="undo custSel addSld delSld modSld sldOrd">
      <pc:chgData name="Sunny, Snehamol" userId="b233ebc9-1c62-444f-bf89-e36508eaed61" providerId="ADAL" clId="{40FCA9E7-0170-4517-9AE3-C9001F2F0CA2}" dt="2026-03-06T15:58:33.981" v="91" actId="1076"/>
      <pc:docMkLst>
        <pc:docMk/>
      </pc:docMkLst>
      <pc:sldChg chg="add">
        <pc:chgData name="Sunny, Snehamol" userId="b233ebc9-1c62-444f-bf89-e36508eaed61" providerId="ADAL" clId="{40FCA9E7-0170-4517-9AE3-C9001F2F0CA2}" dt="2026-03-05T07:49:02.045" v="10"/>
        <pc:sldMkLst>
          <pc:docMk/>
          <pc:sldMk cId="0" sldId="279"/>
        </pc:sldMkLst>
      </pc:sldChg>
    </pc:docChg>
  </pc:docChgLst>
  <pc:docChgLst>
    <pc:chgData name="Sunny, Snehamol" userId="S::uas0033516@stud.fra-uas.de::b233ebc9-1c62-444f-bf89-e36508eaed61" providerId="AD" clId="Web-{075A7ABE-F994-06DB-A19D-272C389C2DBA}"/>
    <pc:docChg chg="modSld">
      <pc:chgData name="Sunny, Snehamol" userId="S::uas0033516@stud.fra-uas.de::b233ebc9-1c62-444f-bf89-e36508eaed61" providerId="AD" clId="Web-{075A7ABE-F994-06DB-A19D-272C389C2DBA}" dt="2026-03-05T20:48:29.120" v="77"/>
      <pc:docMkLst>
        <pc:docMk/>
      </pc:docMkLst>
      <pc:sldChg chg="modSp">
        <pc:chgData name="Sunny, Snehamol" userId="S::uas0033516@stud.fra-uas.de::b233ebc9-1c62-444f-bf89-e36508eaed61" providerId="AD" clId="Web-{075A7ABE-F994-06DB-A19D-272C389C2DBA}" dt="2026-03-05T18:25:30.236" v="2" actId="20577"/>
        <pc:sldMkLst>
          <pc:docMk/>
          <pc:sldMk cId="0" sldId="279"/>
        </pc:sldMkLst>
      </pc:sldChg>
    </pc:docChg>
  </pc:docChgLst>
  <pc:docChgLst>
    <pc:chgData name="Elizabeth, Amrita" userId="S::uas0033414@stud.fra-uas.de::139c7f44-498a-442b-94c1-023bad15f0bf" providerId="AD" clId="Web-{B40ACCF2-1C8E-7570-9935-DC07B1B8C5DD}"/>
    <pc:docChg chg="modSld">
      <pc:chgData name="Elizabeth, Amrita" userId="S::uas0033414@stud.fra-uas.de::139c7f44-498a-442b-94c1-023bad15f0bf" providerId="AD" clId="Web-{B40ACCF2-1C8E-7570-9935-DC07B1B8C5DD}" dt="2026-03-04T21:08:58.260" v="3" actId="20577"/>
      <pc:docMkLst>
        <pc:docMk/>
      </pc:docMkLst>
    </pc:docChg>
  </pc:docChgLst>
  <pc:docChgLst>
    <pc:chgData name="Parmar, Ayush Naresh" userId="S::uas0033291@stud.fra-uas.de::6d84dd8d-2f6e-43eb-a229-830dd0c9ca7d" providerId="AD" clId="Web-{392A4821-09BC-4FB2-4528-489164570C4D}"/>
    <pc:docChg chg="mod">
      <pc:chgData name="Parmar, Ayush Naresh" userId="S::uas0033291@stud.fra-uas.de::6d84dd8d-2f6e-43eb-a229-830dd0c9ca7d" providerId="AD" clId="Web-{392A4821-09BC-4FB2-4528-489164570C4D}" dt="2026-03-05T13:47:40.190" v="0"/>
      <pc:docMkLst>
        <pc:docMk/>
      </pc:docMkLst>
    </pc:docChg>
  </pc:docChgLst>
  <pc:docChgLst>
    <pc:chgData name="Parmar, Ayush Naresh" userId="S::uas0033291@stud.fra-uas.de::6d84dd8d-2f6e-43eb-a229-830dd0c9ca7d" providerId="AD" clId="Web-{C47B5010-9D7D-5C4A-AE29-E4BEBE158C9C}"/>
    <pc:docChg chg="addSld delSld modSld sldOrd">
      <pc:chgData name="Parmar, Ayush Naresh" userId="S::uas0033291@stud.fra-uas.de::6d84dd8d-2f6e-43eb-a229-830dd0c9ca7d" providerId="AD" clId="Web-{C47B5010-9D7D-5C4A-AE29-E4BEBE158C9C}" dt="2026-03-19T22:33:11.175" v="600"/>
      <pc:docMkLst>
        <pc:docMk/>
      </pc:docMkLst>
      <pc:sldChg chg="addSp delSp modSp">
        <pc:chgData name="Parmar, Ayush Naresh" userId="S::uas0033291@stud.fra-uas.de::6d84dd8d-2f6e-43eb-a229-830dd0c9ca7d" providerId="AD" clId="Web-{C47B5010-9D7D-5C4A-AE29-E4BEBE158C9C}" dt="2026-03-19T21:50:43.988" v="475" actId="14100"/>
        <pc:sldMkLst>
          <pc:docMk/>
          <pc:sldMk cId="0" sldId="256"/>
        </pc:sldMkLst>
        <pc:spChg chg="mod">
          <ac:chgData name="Parmar, Ayush Naresh" userId="S::uas0033291@stud.fra-uas.de::6d84dd8d-2f6e-43eb-a229-830dd0c9ca7d" providerId="AD" clId="Web-{C47B5010-9D7D-5C4A-AE29-E4BEBE158C9C}" dt="2026-03-19T21:50:43.988" v="475" actId="14100"/>
          <ac:spMkLst>
            <pc:docMk/>
            <pc:sldMk cId="0" sldId="256"/>
            <ac:spMk id="2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9:00:03.873" v="92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0:45.155" v="400"/>
          <ac:spMkLst>
            <pc:docMk/>
            <pc:sldMk cId="0" sldId="256"/>
            <ac:spMk id="3" creationId="{8A6A450D-1D1F-B9B1-BEBF-1B825015334B}"/>
          </ac:spMkLst>
        </pc:spChg>
        <pc:spChg chg="mod">
          <ac:chgData name="Parmar, Ayush Naresh" userId="S::uas0033291@stud.fra-uas.de::6d84dd8d-2f6e-43eb-a229-830dd0c9ca7d" providerId="AD" clId="Web-{C47B5010-9D7D-5C4A-AE29-E4BEBE158C9C}" dt="2026-03-19T21:00:19.701" v="28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rmar, Ayush Naresh" userId="S::uas0033291@stud.fra-uas.de::6d84dd8d-2f6e-43eb-a229-830dd0c9ca7d" providerId="AD" clId="Web-{C47B5010-9D7D-5C4A-AE29-E4BEBE158C9C}" dt="2026-03-19T21:40:45.108" v="398"/>
          <ac:spMkLst>
            <pc:docMk/>
            <pc:sldMk cId="0" sldId="256"/>
            <ac:spMk id="5" creationId="{9E259F39-ABFB-5632-23AF-D534F7219DF6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0:45.108" v="399"/>
          <ac:spMkLst>
            <pc:docMk/>
            <pc:sldMk cId="0" sldId="256"/>
            <ac:spMk id="6" creationId="{E18F06DB-0642-4A4C-4110-A676B9332C4E}"/>
          </ac:spMkLst>
        </pc:spChg>
        <pc:picChg chg="add mod modCrop">
          <ac:chgData name="Parmar, Ayush Naresh" userId="S::uas0033291@stud.fra-uas.de::6d84dd8d-2f6e-43eb-a229-830dd0c9ca7d" providerId="AD" clId="Web-{C47B5010-9D7D-5C4A-AE29-E4BEBE158C9C}" dt="2026-03-19T19:12:35.466" v="128" actId="1076"/>
          <ac:picMkLst>
            <pc:docMk/>
            <pc:sldMk cId="0" sldId="256"/>
            <ac:picMk id="7" creationId="{5051B31B-4405-11D5-772B-0C9079839C19}"/>
          </ac:picMkLst>
        </pc:picChg>
      </pc:sldChg>
      <pc:sldChg chg="del">
        <pc:chgData name="Parmar, Ayush Naresh" userId="S::uas0033291@stud.fra-uas.de::6d84dd8d-2f6e-43eb-a229-830dd0c9ca7d" providerId="AD" clId="Web-{C47B5010-9D7D-5C4A-AE29-E4BEBE158C9C}" dt="2026-03-19T18:59:35.854" v="83"/>
        <pc:sldMkLst>
          <pc:docMk/>
          <pc:sldMk cId="0" sldId="257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9.032" v="9"/>
        <pc:sldMkLst>
          <pc:docMk/>
          <pc:sldMk cId="0" sldId="258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7.157" v="7"/>
        <pc:sldMkLst>
          <pc:docMk/>
          <pc:sldMk cId="0" sldId="259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9.610" v="10"/>
        <pc:sldMkLst>
          <pc:docMk/>
          <pc:sldMk cId="0" sldId="261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13.219" v="13"/>
        <pc:sldMkLst>
          <pc:docMk/>
          <pc:sldMk cId="0" sldId="262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5:59.517" v="1"/>
        <pc:sldMkLst>
          <pc:docMk/>
          <pc:sldMk cId="0" sldId="263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0.252" v="2"/>
        <pc:sldMkLst>
          <pc:docMk/>
          <pc:sldMk cId="0" sldId="264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3.033" v="3"/>
        <pc:sldMkLst>
          <pc:docMk/>
          <pc:sldMk cId="0" sldId="265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5:50.784" v="0"/>
        <pc:sldMkLst>
          <pc:docMk/>
          <pc:sldMk cId="0" sldId="266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14.438" v="15"/>
        <pc:sldMkLst>
          <pc:docMk/>
          <pc:sldMk cId="0" sldId="276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12.454" v="12"/>
        <pc:sldMkLst>
          <pc:docMk/>
          <pc:sldMk cId="0" sldId="278"/>
        </pc:sldMkLst>
      </pc:sldChg>
      <pc:sldChg chg="addSp delSp modSp">
        <pc:chgData name="Parmar, Ayush Naresh" userId="S::uas0033291@stud.fra-uas.de::6d84dd8d-2f6e-43eb-a229-830dd0c9ca7d" providerId="AD" clId="Web-{C47B5010-9D7D-5C4A-AE29-E4BEBE158C9C}" dt="2026-03-19T21:42:10.882" v="412" actId="20577"/>
        <pc:sldMkLst>
          <pc:docMk/>
          <pc:sldMk cId="0" sldId="279"/>
        </pc:sldMkLst>
        <pc:spChg chg="del mod">
          <ac:chgData name="Parmar, Ayush Naresh" userId="S::uas0033291@stud.fra-uas.de::6d84dd8d-2f6e-43eb-a229-830dd0c9ca7d" providerId="AD" clId="Web-{C47B5010-9D7D-5C4A-AE29-E4BEBE158C9C}" dt="2026-03-19T18:57:59.760" v="45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Parmar, Ayush Naresh" userId="S::uas0033291@stud.fra-uas.de::6d84dd8d-2f6e-43eb-a229-830dd0c9ca7d" providerId="AD" clId="Web-{C47B5010-9D7D-5C4A-AE29-E4BEBE158C9C}" dt="2026-03-19T18:58:03.213" v="47"/>
          <ac:spMkLst>
            <pc:docMk/>
            <pc:sldMk cId="0" sldId="279"/>
            <ac:spMk id="3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3.229" v="48"/>
          <ac:spMkLst>
            <pc:docMk/>
            <pc:sldMk cId="0" sldId="279"/>
            <ac:spMk id="5" creationId="{00000000-0000-0000-0000-000000000000}"/>
          </ac:spMkLst>
        </pc:spChg>
        <pc:spChg chg="del mod">
          <ac:chgData name="Parmar, Ayush Naresh" userId="S::uas0033291@stud.fra-uas.de::6d84dd8d-2f6e-43eb-a229-830dd0c9ca7d" providerId="AD" clId="Web-{C47B5010-9D7D-5C4A-AE29-E4BEBE158C9C}" dt="2026-03-19T18:58:05.823" v="58"/>
          <ac:spMkLst>
            <pc:docMk/>
            <pc:sldMk cId="0" sldId="279"/>
            <ac:spMk id="6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56"/>
          <ac:spMkLst>
            <pc:docMk/>
            <pc:sldMk cId="0" sldId="279"/>
            <ac:spMk id="8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55"/>
          <ac:spMkLst>
            <pc:docMk/>
            <pc:sldMk cId="0" sldId="279"/>
            <ac:spMk id="9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53"/>
          <ac:spMkLst>
            <pc:docMk/>
            <pc:sldMk cId="0" sldId="279"/>
            <ac:spMk id="11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52"/>
          <ac:spMkLst>
            <pc:docMk/>
            <pc:sldMk cId="0" sldId="279"/>
            <ac:spMk id="12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50"/>
          <ac:spMkLst>
            <pc:docMk/>
            <pc:sldMk cId="0" sldId="279"/>
            <ac:spMk id="14" creationId="{00000000-0000-0000-0000-000000000000}"/>
          </ac:spMkLst>
        </pc:spChg>
        <pc:spChg chg="del">
          <ac:chgData name="Parmar, Ayush Naresh" userId="S::uas0033291@stud.fra-uas.de::6d84dd8d-2f6e-43eb-a229-830dd0c9ca7d" providerId="AD" clId="Web-{C47B5010-9D7D-5C4A-AE29-E4BEBE158C9C}" dt="2026-03-19T18:58:05.823" v="49"/>
          <ac:spMkLst>
            <pc:docMk/>
            <pc:sldMk cId="0" sldId="279"/>
            <ac:spMk id="15" creationId="{00000000-0000-0000-0000-000000000000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2:10.882" v="412" actId="20577"/>
          <ac:spMkLst>
            <pc:docMk/>
            <pc:sldMk cId="0" sldId="279"/>
            <ac:spMk id="19" creationId="{0A8B8E70-7520-B94E-066E-94E4B09E9DDF}"/>
          </ac:spMkLst>
        </pc:spChg>
        <pc:picChg chg="add mod">
          <ac:chgData name="Parmar, Ayush Naresh" userId="S::uas0033291@stud.fra-uas.de::6d84dd8d-2f6e-43eb-a229-830dd0c9ca7d" providerId="AD" clId="Web-{C47B5010-9D7D-5C4A-AE29-E4BEBE158C9C}" dt="2026-03-19T21:33:20.771" v="395" actId="1076"/>
          <ac:picMkLst>
            <pc:docMk/>
            <pc:sldMk cId="0" sldId="279"/>
            <ac:picMk id="2" creationId="{7B623F4A-E63B-0E7F-6FD6-A6B8D93CF979}"/>
          </ac:picMkLst>
        </pc:picChg>
        <pc:picChg chg="del">
          <ac:chgData name="Parmar, Ayush Naresh" userId="S::uas0033291@stud.fra-uas.de::6d84dd8d-2f6e-43eb-a229-830dd0c9ca7d" providerId="AD" clId="Web-{C47B5010-9D7D-5C4A-AE29-E4BEBE158C9C}" dt="2026-03-19T18:58:05.823" v="59"/>
          <ac:picMkLst>
            <pc:docMk/>
            <pc:sldMk cId="0" sldId="279"/>
            <ac:picMk id="4" creationId="{00000000-0000-0000-0000-000000000000}"/>
          </ac:picMkLst>
        </pc:picChg>
        <pc:picChg chg="del">
          <ac:chgData name="Parmar, Ayush Naresh" userId="S::uas0033291@stud.fra-uas.de::6d84dd8d-2f6e-43eb-a229-830dd0c9ca7d" providerId="AD" clId="Web-{C47B5010-9D7D-5C4A-AE29-E4BEBE158C9C}" dt="2026-03-19T18:58:05.823" v="57"/>
          <ac:picMkLst>
            <pc:docMk/>
            <pc:sldMk cId="0" sldId="279"/>
            <ac:picMk id="7" creationId="{00000000-0000-0000-0000-000000000000}"/>
          </ac:picMkLst>
        </pc:picChg>
        <pc:picChg chg="del">
          <ac:chgData name="Parmar, Ayush Naresh" userId="S::uas0033291@stud.fra-uas.de::6d84dd8d-2f6e-43eb-a229-830dd0c9ca7d" providerId="AD" clId="Web-{C47B5010-9D7D-5C4A-AE29-E4BEBE158C9C}" dt="2026-03-19T18:58:05.823" v="54"/>
          <ac:picMkLst>
            <pc:docMk/>
            <pc:sldMk cId="0" sldId="279"/>
            <ac:picMk id="10" creationId="{00000000-0000-0000-0000-000000000000}"/>
          </ac:picMkLst>
        </pc:picChg>
        <pc:picChg chg="del">
          <ac:chgData name="Parmar, Ayush Naresh" userId="S::uas0033291@stud.fra-uas.de::6d84dd8d-2f6e-43eb-a229-830dd0c9ca7d" providerId="AD" clId="Web-{C47B5010-9D7D-5C4A-AE29-E4BEBE158C9C}" dt="2026-03-19T18:58:05.823" v="51"/>
          <ac:picMkLst>
            <pc:docMk/>
            <pc:sldMk cId="0" sldId="279"/>
            <ac:picMk id="13" creationId="{00000000-0000-0000-0000-000000000000}"/>
          </ac:picMkLst>
        </pc:picChg>
        <pc:picChg chg="add del mod">
          <ac:chgData name="Parmar, Ayush Naresh" userId="S::uas0033291@stud.fra-uas.de::6d84dd8d-2f6e-43eb-a229-830dd0c9ca7d" providerId="AD" clId="Web-{C47B5010-9D7D-5C4A-AE29-E4BEBE158C9C}" dt="2026-03-19T18:58:26.916" v="63"/>
          <ac:picMkLst>
            <pc:docMk/>
            <pc:sldMk cId="0" sldId="279"/>
            <ac:picMk id="16" creationId="{97B53100-2804-CC18-6BD1-A1BC83AD89C6}"/>
          </ac:picMkLst>
        </pc:picChg>
        <pc:picChg chg="add del mod">
          <ac:chgData name="Parmar, Ayush Naresh" userId="S::uas0033291@stud.fra-uas.de::6d84dd8d-2f6e-43eb-a229-830dd0c9ca7d" providerId="AD" clId="Web-{C47B5010-9D7D-5C4A-AE29-E4BEBE158C9C}" dt="2026-03-19T21:33:13.865" v="391"/>
          <ac:picMkLst>
            <pc:docMk/>
            <pc:sldMk cId="0" sldId="279"/>
            <ac:picMk id="17" creationId="{B905515A-829B-AB63-C209-6E3004480B08}"/>
          </ac:picMkLst>
        </pc:picChg>
        <pc:picChg chg="add del mod">
          <ac:chgData name="Parmar, Ayush Naresh" userId="S::uas0033291@stud.fra-uas.de::6d84dd8d-2f6e-43eb-a229-830dd0c9ca7d" providerId="AD" clId="Web-{C47B5010-9D7D-5C4A-AE29-E4BEBE158C9C}" dt="2026-03-19T19:18:21.872" v="195"/>
          <ac:picMkLst>
            <pc:docMk/>
            <pc:sldMk cId="0" sldId="279"/>
            <ac:picMk id="20" creationId="{68BBC2C5-5974-CD13-4863-FE3153B12FEE}"/>
          </ac:picMkLst>
        </pc:picChg>
      </pc:sldChg>
      <pc:sldChg chg="del">
        <pc:chgData name="Parmar, Ayush Naresh" userId="S::uas0033291@stud.fra-uas.de::6d84dd8d-2f6e-43eb-a229-830dd0c9ca7d" providerId="AD" clId="Web-{C47B5010-9D7D-5C4A-AE29-E4BEBE158C9C}" dt="2026-03-19T18:56:13.751" v="14"/>
        <pc:sldMkLst>
          <pc:docMk/>
          <pc:sldMk cId="0" sldId="280"/>
        </pc:sldMkLst>
      </pc:sldChg>
      <pc:sldChg chg="new del">
        <pc:chgData name="Parmar, Ayush Naresh" userId="S::uas0033291@stud.fra-uas.de::6d84dd8d-2f6e-43eb-a229-830dd0c9ca7d" providerId="AD" clId="Web-{C47B5010-9D7D-5C4A-AE29-E4BEBE158C9C}" dt="2026-03-19T19:15:17.204" v="134"/>
        <pc:sldMkLst>
          <pc:docMk/>
          <pc:sldMk cId="1050321400" sldId="280"/>
        </pc:sldMkLst>
      </pc:sldChg>
      <pc:sldChg chg="addSp delSp modSp new ord">
        <pc:chgData name="Parmar, Ayush Naresh" userId="S::uas0033291@stud.fra-uas.de::6d84dd8d-2f6e-43eb-a229-830dd0c9ca7d" providerId="AD" clId="Web-{C47B5010-9D7D-5C4A-AE29-E4BEBE158C9C}" dt="2026-03-19T21:41:27.614" v="403" actId="20577"/>
        <pc:sldMkLst>
          <pc:docMk/>
          <pc:sldMk cId="2634093434" sldId="280"/>
        </pc:sldMkLst>
        <pc:spChg chg="add del mod">
          <ac:chgData name="Parmar, Ayush Naresh" userId="S::uas0033291@stud.fra-uas.de::6d84dd8d-2f6e-43eb-a229-830dd0c9ca7d" providerId="AD" clId="Web-{C47B5010-9D7D-5C4A-AE29-E4BEBE158C9C}" dt="2026-03-19T19:16:25.626" v="141"/>
          <ac:spMkLst>
            <pc:docMk/>
            <pc:sldMk cId="2634093434" sldId="280"/>
            <ac:spMk id="2" creationId="{8EC54D58-3A64-AC71-7EE1-8E36653DBFFF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0:35.029" v="396" actId="20577"/>
          <ac:spMkLst>
            <pc:docMk/>
            <pc:sldMk cId="2634093434" sldId="280"/>
            <ac:spMk id="3" creationId="{79B733DB-FD84-2D81-F289-F6FA526B42D5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1:27.614" v="403" actId="20577"/>
          <ac:spMkLst>
            <pc:docMk/>
            <pc:sldMk cId="2634093434" sldId="280"/>
            <ac:spMk id="5" creationId="{FAD96E54-377C-1D33-8E5D-80A8374A5121}"/>
          </ac:spMkLst>
        </pc:spChg>
        <pc:picChg chg="add mod">
          <ac:chgData name="Parmar, Ayush Naresh" userId="S::uas0033291@stud.fra-uas.de::6d84dd8d-2f6e-43eb-a229-830dd0c9ca7d" providerId="AD" clId="Web-{C47B5010-9D7D-5C4A-AE29-E4BEBE158C9C}" dt="2026-03-19T19:18:28.138" v="197" actId="1076"/>
          <ac:picMkLst>
            <pc:docMk/>
            <pc:sldMk cId="2634093434" sldId="280"/>
            <ac:picMk id="6" creationId="{B06E8C6C-5A64-E83E-6E09-3A51430CBEEB}"/>
          </ac:picMkLst>
        </pc:picChg>
      </pc:sldChg>
      <pc:sldChg chg="new del">
        <pc:chgData name="Parmar, Ayush Naresh" userId="S::uas0033291@stud.fra-uas.de::6d84dd8d-2f6e-43eb-a229-830dd0c9ca7d" providerId="AD" clId="Web-{C47B5010-9D7D-5C4A-AE29-E4BEBE158C9C}" dt="2026-03-19T18:59:36.495" v="84"/>
        <pc:sldMkLst>
          <pc:docMk/>
          <pc:sldMk cId="4157565605" sldId="280"/>
        </pc:sldMkLst>
      </pc:sldChg>
      <pc:sldChg chg="addSp modSp new">
        <pc:chgData name="Parmar, Ayush Naresh" userId="S::uas0033291@stud.fra-uas.de::6d84dd8d-2f6e-43eb-a229-830dd0c9ca7d" providerId="AD" clId="Web-{C47B5010-9D7D-5C4A-AE29-E4BEBE158C9C}" dt="2026-03-19T22:33:11.175" v="600"/>
        <pc:sldMkLst>
          <pc:docMk/>
          <pc:sldMk cId="2060947109" sldId="281"/>
        </pc:sldMkLst>
        <pc:spChg chg="add mod">
          <ac:chgData name="Parmar, Ayush Naresh" userId="S::uas0033291@stud.fra-uas.de::6d84dd8d-2f6e-43eb-a229-830dd0c9ca7d" providerId="AD" clId="Web-{C47B5010-9D7D-5C4A-AE29-E4BEBE158C9C}" dt="2026-03-19T22:33:11.175" v="600"/>
          <ac:spMkLst>
            <pc:docMk/>
            <pc:sldMk cId="2060947109" sldId="281"/>
            <ac:spMk id="2" creationId="{792BC82D-7AFC-38E6-F05B-29DBE00A59D8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3:25.041" v="445"/>
          <ac:spMkLst>
            <pc:docMk/>
            <pc:sldMk cId="2060947109" sldId="281"/>
            <ac:spMk id="4" creationId="{76DDD97A-3FBE-4358-833F-E8F04C344A9C}"/>
          </ac:spMkLst>
        </pc:spChg>
        <pc:picChg chg="add mod">
          <ac:chgData name="Parmar, Ayush Naresh" userId="S::uas0033291@stud.fra-uas.de::6d84dd8d-2f6e-43eb-a229-830dd0c9ca7d" providerId="AD" clId="Web-{C47B5010-9D7D-5C4A-AE29-E4BEBE158C9C}" dt="2026-03-19T21:41:57.163" v="410" actId="1076"/>
          <ac:picMkLst>
            <pc:docMk/>
            <pc:sldMk cId="2060947109" sldId="281"/>
            <ac:picMk id="5" creationId="{95B1D388-5E45-F27B-1EEF-6C777E410540}"/>
          </ac:picMkLst>
        </pc:picChg>
      </pc:sldChg>
      <pc:sldChg chg="addSp modSp new">
        <pc:chgData name="Parmar, Ayush Naresh" userId="S::uas0033291@stud.fra-uas.de::6d84dd8d-2f6e-43eb-a229-830dd0c9ca7d" providerId="AD" clId="Web-{C47B5010-9D7D-5C4A-AE29-E4BEBE158C9C}" dt="2026-03-19T21:43:51.417" v="447"/>
        <pc:sldMkLst>
          <pc:docMk/>
          <pc:sldMk cId="768320867" sldId="282"/>
        </pc:sldMkLst>
        <pc:spChg chg="add mod">
          <ac:chgData name="Parmar, Ayush Naresh" userId="S::uas0033291@stud.fra-uas.de::6d84dd8d-2f6e-43eb-a229-830dd0c9ca7d" providerId="AD" clId="Web-{C47B5010-9D7D-5C4A-AE29-E4BEBE158C9C}" dt="2026-03-19T21:43:18.916" v="443"/>
          <ac:spMkLst>
            <pc:docMk/>
            <pc:sldMk cId="768320867" sldId="282"/>
            <ac:spMk id="2" creationId="{4B7D4B03-285F-572E-A9E9-DBCC678057D4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1:43:18.947" v="444"/>
          <ac:spMkLst>
            <pc:docMk/>
            <pc:sldMk cId="768320867" sldId="282"/>
            <ac:spMk id="4" creationId="{33EBFD92-FDA8-D974-D9F9-753076E86C7E}"/>
          </ac:spMkLst>
        </pc:spChg>
        <pc:picChg chg="add">
          <ac:chgData name="Parmar, Ayush Naresh" userId="S::uas0033291@stud.fra-uas.de::6d84dd8d-2f6e-43eb-a229-830dd0c9ca7d" providerId="AD" clId="Web-{C47B5010-9D7D-5C4A-AE29-E4BEBE158C9C}" dt="2026-03-19T21:43:51.417" v="447"/>
          <ac:picMkLst>
            <pc:docMk/>
            <pc:sldMk cId="768320867" sldId="282"/>
            <ac:picMk id="6" creationId="{28DC4D2E-1A95-6135-36F6-C68DF658D107}"/>
          </ac:picMkLst>
        </pc:picChg>
      </pc:sldChg>
      <pc:sldChg chg="addSp delSp modSp new mod ord setBg">
        <pc:chgData name="Parmar, Ayush Naresh" userId="S::uas0033291@stud.fra-uas.de::6d84dd8d-2f6e-43eb-a229-830dd0c9ca7d" providerId="AD" clId="Web-{C47B5010-9D7D-5C4A-AE29-E4BEBE158C9C}" dt="2026-03-19T22:12:54.209" v="546"/>
        <pc:sldMkLst>
          <pc:docMk/>
          <pc:sldMk cId="3219744261" sldId="283"/>
        </pc:sldMkLst>
        <pc:spChg chg="add mod">
          <ac:chgData name="Parmar, Ayush Naresh" userId="S::uas0033291@stud.fra-uas.de::6d84dd8d-2f6e-43eb-a229-830dd0c9ca7d" providerId="AD" clId="Web-{C47B5010-9D7D-5C4A-AE29-E4BEBE158C9C}" dt="2026-03-19T22:12:54.209" v="546"/>
          <ac:spMkLst>
            <pc:docMk/>
            <pc:sldMk cId="3219744261" sldId="283"/>
            <ac:spMk id="3" creationId="{556E4D58-C3AA-F21C-93E7-DA111D6BAA92}"/>
          </ac:spMkLst>
        </pc:spChg>
        <pc:spChg chg="add del">
          <ac:chgData name="Parmar, Ayush Naresh" userId="S::uas0033291@stud.fra-uas.de::6d84dd8d-2f6e-43eb-a229-830dd0c9ca7d" providerId="AD" clId="Web-{C47B5010-9D7D-5C4A-AE29-E4BEBE158C9C}" dt="2026-03-19T22:12:54.209" v="546"/>
          <ac:spMkLst>
            <pc:docMk/>
            <pc:sldMk cId="3219744261" sldId="283"/>
            <ac:spMk id="10" creationId="{93245F62-CCC4-49E4-B95B-EA6C1E790510}"/>
          </ac:spMkLst>
        </pc:spChg>
        <pc:spChg chg="add del">
          <ac:chgData name="Parmar, Ayush Naresh" userId="S::uas0033291@stud.fra-uas.de::6d84dd8d-2f6e-43eb-a229-830dd0c9ca7d" providerId="AD" clId="Web-{C47B5010-9D7D-5C4A-AE29-E4BEBE158C9C}" dt="2026-03-19T22:12:54.209" v="546"/>
          <ac:spMkLst>
            <pc:docMk/>
            <pc:sldMk cId="3219744261" sldId="283"/>
            <ac:spMk id="12" creationId="{E6C0DD6B-6AA3-448F-9B99-8386295BC1B4}"/>
          </ac:spMkLst>
        </pc:spChg>
        <pc:picChg chg="add mod">
          <ac:chgData name="Parmar, Ayush Naresh" userId="S::uas0033291@stud.fra-uas.de::6d84dd8d-2f6e-43eb-a229-830dd0c9ca7d" providerId="AD" clId="Web-{C47B5010-9D7D-5C4A-AE29-E4BEBE158C9C}" dt="2026-03-19T22:12:54.209" v="546"/>
          <ac:picMkLst>
            <pc:docMk/>
            <pc:sldMk cId="3219744261" sldId="283"/>
            <ac:picMk id="5" creationId="{8A89C8BF-7ACD-7D36-8B60-1CE0E4590F13}"/>
          </ac:picMkLst>
        </pc:picChg>
      </pc:sldChg>
      <pc:sldChg chg="addSp delSp modSp new">
        <pc:chgData name="Parmar, Ayush Naresh" userId="S::uas0033291@stud.fra-uas.de::6d84dd8d-2f6e-43eb-a229-830dd0c9ca7d" providerId="AD" clId="Web-{C47B5010-9D7D-5C4A-AE29-E4BEBE158C9C}" dt="2026-03-19T22:15:24.702" v="558"/>
        <pc:sldMkLst>
          <pc:docMk/>
          <pc:sldMk cId="2694181967" sldId="284"/>
        </pc:sldMkLst>
        <pc:spChg chg="add del mod">
          <ac:chgData name="Parmar, Ayush Naresh" userId="S::uas0033291@stud.fra-uas.de::6d84dd8d-2f6e-43eb-a229-830dd0c9ca7d" providerId="AD" clId="Web-{C47B5010-9D7D-5C4A-AE29-E4BEBE158C9C}" dt="2026-03-19T22:09:14.263" v="511"/>
          <ac:spMkLst>
            <pc:docMk/>
            <pc:sldMk cId="2694181967" sldId="284"/>
            <ac:spMk id="2" creationId="{613A5DC0-F6CD-A2A6-D1B7-3B96D2D804AA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2:15:08.561" v="557" actId="1076"/>
          <ac:spMkLst>
            <pc:docMk/>
            <pc:sldMk cId="2694181967" sldId="284"/>
            <ac:spMk id="3" creationId="{276117B1-F746-0357-EB5C-CB02987885C3}"/>
          </ac:spMkLst>
        </pc:spChg>
        <pc:graphicFrameChg chg="add">
          <ac:chgData name="Parmar, Ayush Naresh" userId="S::uas0033291@stud.fra-uas.de::6d84dd8d-2f6e-43eb-a229-830dd0c9ca7d" providerId="AD" clId="Web-{C47B5010-9D7D-5C4A-AE29-E4BEBE158C9C}" dt="2026-03-19T22:09:14.263" v="511"/>
          <ac:graphicFrameMkLst>
            <pc:docMk/>
            <pc:sldMk cId="2694181967" sldId="284"/>
            <ac:graphicFrameMk id="5" creationId="{6EBBB684-D7B2-D17E-D1AE-BCCE9D6080E5}"/>
          </ac:graphicFrameMkLst>
        </pc:graphicFrameChg>
        <pc:picChg chg="add">
          <ac:chgData name="Parmar, Ayush Naresh" userId="S::uas0033291@stud.fra-uas.de::6d84dd8d-2f6e-43eb-a229-830dd0c9ca7d" providerId="AD" clId="Web-{C47B5010-9D7D-5C4A-AE29-E4BEBE158C9C}" dt="2026-03-19T22:15:24.702" v="558"/>
          <ac:picMkLst>
            <pc:docMk/>
            <pc:sldMk cId="2694181967" sldId="284"/>
            <ac:picMk id="43" creationId="{D96FD869-2720-722B-046D-5FC6C38885B2}"/>
          </ac:picMkLst>
        </pc:picChg>
      </pc:sldChg>
      <pc:sldChg chg="addSp delSp modSp new mod setBg">
        <pc:chgData name="Parmar, Ayush Naresh" userId="S::uas0033291@stud.fra-uas.de::6d84dd8d-2f6e-43eb-a229-830dd0c9ca7d" providerId="AD" clId="Web-{C47B5010-9D7D-5C4A-AE29-E4BEBE158C9C}" dt="2026-03-19T22:18:09.490" v="582" actId="20577"/>
        <pc:sldMkLst>
          <pc:docMk/>
          <pc:sldMk cId="3700923013" sldId="285"/>
        </pc:sldMkLst>
        <pc:spChg chg="add mod ord">
          <ac:chgData name="Parmar, Ayush Naresh" userId="S::uas0033291@stud.fra-uas.de::6d84dd8d-2f6e-43eb-a229-830dd0c9ca7d" providerId="AD" clId="Web-{C47B5010-9D7D-5C4A-AE29-E4BEBE158C9C}" dt="2026-03-19T22:18:09.490" v="582" actId="20577"/>
          <ac:spMkLst>
            <pc:docMk/>
            <pc:sldMk cId="3700923013" sldId="285"/>
            <ac:spMk id="2" creationId="{166882E5-BFA5-AC05-71B5-3FC7EAE3ADE5}"/>
          </ac:spMkLst>
        </pc:spChg>
        <pc:spChg chg="add mod">
          <ac:chgData name="Parmar, Ayush Naresh" userId="S::uas0033291@stud.fra-uas.de::6d84dd8d-2f6e-43eb-a229-830dd0c9ca7d" providerId="AD" clId="Web-{C47B5010-9D7D-5C4A-AE29-E4BEBE158C9C}" dt="2026-03-19T22:14:58.842" v="555" actId="1076"/>
          <ac:spMkLst>
            <pc:docMk/>
            <pc:sldMk cId="3700923013" sldId="285"/>
            <ac:spMk id="3" creationId="{BBA4A3A0-6969-355D-31C8-B13856300869}"/>
          </ac:spMkLst>
        </pc:spChg>
        <pc:spChg chg="add del mod">
          <ac:chgData name="Parmar, Ayush Naresh" userId="S::uas0033291@stud.fra-uas.de::6d84dd8d-2f6e-43eb-a229-830dd0c9ca7d" providerId="AD" clId="Web-{C47B5010-9D7D-5C4A-AE29-E4BEBE158C9C}" dt="2026-03-19T22:14:05.479" v="550"/>
          <ac:spMkLst>
            <pc:docMk/>
            <pc:sldMk cId="3700923013" sldId="285"/>
            <ac:spMk id="4" creationId="{D489C307-D177-B3BE-D6FE-6A9527FFC8C7}"/>
          </ac:spMkLst>
        </pc:spChg>
        <pc:spChg chg="add del">
          <ac:chgData name="Parmar, Ayush Naresh" userId="S::uas0033291@stud.fra-uas.de::6d84dd8d-2f6e-43eb-a229-830dd0c9ca7d" providerId="AD" clId="Web-{C47B5010-9D7D-5C4A-AE29-E4BEBE158C9C}" dt="2026-03-19T22:14:26.715" v="553"/>
          <ac:spMkLst>
            <pc:docMk/>
            <pc:sldMk cId="3700923013" sldId="285"/>
            <ac:spMk id="11" creationId="{2EB492CD-616E-47F8-933B-5E2D952A0593}"/>
          </ac:spMkLst>
        </pc:spChg>
        <pc:spChg chg="add del">
          <ac:chgData name="Parmar, Ayush Naresh" userId="S::uas0033291@stud.fra-uas.de::6d84dd8d-2f6e-43eb-a229-830dd0c9ca7d" providerId="AD" clId="Web-{C47B5010-9D7D-5C4A-AE29-E4BEBE158C9C}" dt="2026-03-19T22:14:26.715" v="553"/>
          <ac:spMkLst>
            <pc:docMk/>
            <pc:sldMk cId="3700923013" sldId="285"/>
            <ac:spMk id="13" creationId="{59383CF9-23B5-4335-9B21-1791C4CF1C75}"/>
          </ac:spMkLst>
        </pc:spChg>
        <pc:spChg chg="add del">
          <ac:chgData name="Parmar, Ayush Naresh" userId="S::uas0033291@stud.fra-uas.de::6d84dd8d-2f6e-43eb-a229-830dd0c9ca7d" providerId="AD" clId="Web-{C47B5010-9D7D-5C4A-AE29-E4BEBE158C9C}" dt="2026-03-19T22:14:26.715" v="553"/>
          <ac:spMkLst>
            <pc:docMk/>
            <pc:sldMk cId="3700923013" sldId="285"/>
            <ac:spMk id="15" creationId="{0007FE00-9498-4706-B255-6437B0252C02}"/>
          </ac:spMkLst>
        </pc:spChg>
        <pc:picChg chg="add mod">
          <ac:chgData name="Parmar, Ayush Naresh" userId="S::uas0033291@stud.fra-uas.de::6d84dd8d-2f6e-43eb-a229-830dd0c9ca7d" providerId="AD" clId="Web-{C47B5010-9D7D-5C4A-AE29-E4BEBE158C9C}" dt="2026-03-19T22:14:26.715" v="553"/>
          <ac:picMkLst>
            <pc:docMk/>
            <pc:sldMk cId="3700923013" sldId="285"/>
            <ac:picMk id="6" creationId="{C0FE979F-0209-D5B1-65A8-0422045C20C6}"/>
          </ac:picMkLst>
        </pc:picChg>
      </pc:sldChg>
      <pc:sldChg chg="del">
        <pc:chgData name="Parmar, Ayush Naresh" userId="S::uas0033291@stud.fra-uas.de::6d84dd8d-2f6e-43eb-a229-830dd0c9ca7d" providerId="AD" clId="Web-{C47B5010-9D7D-5C4A-AE29-E4BEBE158C9C}" dt="2026-03-19T18:56:10.282" v="11"/>
        <pc:sldMkLst>
          <pc:docMk/>
          <pc:sldMk cId="0" sldId="287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8.017" v="8"/>
        <pc:sldMkLst>
          <pc:docMk/>
          <pc:sldMk cId="0" sldId="288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5.736" v="6"/>
        <pc:sldMkLst>
          <pc:docMk/>
          <pc:sldMk cId="1367988332" sldId="289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3.595" v="4"/>
        <pc:sldMkLst>
          <pc:docMk/>
          <pc:sldMk cId="3097703682" sldId="290"/>
        </pc:sldMkLst>
      </pc:sldChg>
      <pc:sldChg chg="del">
        <pc:chgData name="Parmar, Ayush Naresh" userId="S::uas0033291@stud.fra-uas.de::6d84dd8d-2f6e-43eb-a229-830dd0c9ca7d" providerId="AD" clId="Web-{C47B5010-9D7D-5C4A-AE29-E4BEBE158C9C}" dt="2026-03-19T18:56:04.111" v="5"/>
        <pc:sldMkLst>
          <pc:docMk/>
          <pc:sldMk cId="3227438942" sldId="291"/>
        </pc:sldMkLst>
      </pc:sldChg>
    </pc:docChg>
  </pc:docChgLst>
  <pc:docChgLst>
    <pc:chgData name="Elizabeth, Amrita" userId="S::uas0033414@stud.fra-uas.de::139c7f44-498a-442b-94c1-023bad15f0bf" providerId="AD" clId="Web-{F4C5DBF9-25F5-2032-D3D8-CA53782CE14C}"/>
    <pc:docChg chg="modSld">
      <pc:chgData name="Elizabeth, Amrita" userId="S::uas0033414@stud.fra-uas.de::139c7f44-498a-442b-94c1-023bad15f0bf" providerId="AD" clId="Web-{F4C5DBF9-25F5-2032-D3D8-CA53782CE14C}" dt="2026-03-05T18:58:52.255" v="1" actId="20577"/>
      <pc:docMkLst>
        <pc:docMk/>
      </pc:docMkLst>
    </pc:docChg>
  </pc:docChgLst>
  <pc:docChgLst>
    <pc:chgData name="Parmar, Ayush Naresh" userId="S::uas0033291@stud.fra-uas.de::6d84dd8d-2f6e-43eb-a229-830dd0c9ca7d" providerId="AD" clId="Web-{18432709-E58F-C068-F70D-42A7615AE111}"/>
    <pc:docChg chg="addSld delSld modSld">
      <pc:chgData name="Parmar, Ayush Naresh" userId="S::uas0033291@stud.fra-uas.de::6d84dd8d-2f6e-43eb-a229-830dd0c9ca7d" providerId="AD" clId="Web-{18432709-E58F-C068-F70D-42A7615AE111}" dt="2026-03-05T13:41:08.626" v="146"/>
      <pc:docMkLst>
        <pc:docMk/>
      </pc:docMkLst>
    </pc:docChg>
  </pc:docChgLst>
  <pc:docChgLst>
    <pc:chgData name="Parmar, Ayush Naresh" userId="S::uas0033291@stud.fra-uas.de::6d84dd8d-2f6e-43eb-a229-830dd0c9ca7d" providerId="AD" clId="Web-{00DC0996-C149-E3F0-42C8-B24CC52DC34F}"/>
    <pc:docChg chg="addSld modSld">
      <pc:chgData name="Parmar, Ayush Naresh" userId="S::uas0033291@stud.fra-uas.de::6d84dd8d-2f6e-43eb-a229-830dd0c9ca7d" providerId="AD" clId="Web-{00DC0996-C149-E3F0-42C8-B24CC52DC34F}" dt="2026-03-04T21:09:14.199" v="15" actId="20577"/>
      <pc:docMkLst>
        <pc:docMk/>
      </pc:docMkLst>
    </pc:docChg>
  </pc:docChgLst>
  <pc:docChgLst>
    <pc:chgData name="Sunny, Snehamol" userId="S::uas0033516@stud.fra-uas.de::b233ebc9-1c62-444f-bf89-e36508eaed61" providerId="AD" clId="Web-{2CC30A84-4747-EB58-F6E4-FC041E9970D8}"/>
    <pc:docChg chg="modSld">
      <pc:chgData name="Sunny, Snehamol" userId="S::uas0033516@stud.fra-uas.de::b233ebc9-1c62-444f-bf89-e36508eaed61" providerId="AD" clId="Web-{2CC30A84-4747-EB58-F6E4-FC041E9970D8}" dt="2026-03-05T16:46:28.808" v="3" actId="20577"/>
      <pc:docMkLst>
        <pc:docMk/>
      </pc:docMkLst>
    </pc:docChg>
  </pc:docChgLst>
  <pc:docChgLst>
    <pc:chgData name="Sunny, Snehamol" userId="S::uas0033516@stud.fra-uas.de::b233ebc9-1c62-444f-bf89-e36508eaed61" providerId="AD" clId="Web-{87E40139-F0C5-4F77-B928-405408088A2B}"/>
    <pc:docChg chg="modSld">
      <pc:chgData name="Sunny, Snehamol" userId="S::uas0033516@stud.fra-uas.de::b233ebc9-1c62-444f-bf89-e36508eaed61" providerId="AD" clId="Web-{87E40139-F0C5-4F77-B928-405408088A2B}" dt="2026-03-04T23:12:59.349" v="45" actId="1076"/>
      <pc:docMkLst>
        <pc:docMk/>
      </pc:docMkLst>
      <pc:sldChg chg="addSp modSp">
        <pc:chgData name="Sunny, Snehamol" userId="S::uas0033516@stud.fra-uas.de::b233ebc9-1c62-444f-bf89-e36508eaed61" providerId="AD" clId="Web-{87E40139-F0C5-4F77-B928-405408088A2B}" dt="2026-03-04T23:12:59.349" v="45" actId="1076"/>
        <pc:sldMkLst>
          <pc:docMk/>
          <pc:sldMk cId="0" sldId="256"/>
        </pc:sldMkLst>
        <pc:spChg chg="mod">
          <ac:chgData name="Sunny, Snehamol" userId="S::uas0033516@stud.fra-uas.de::b233ebc9-1c62-444f-bf89-e36508eaed61" providerId="AD" clId="Web-{87E40139-F0C5-4F77-B928-405408088A2B}" dt="2026-03-04T23:10:39.393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nny, Snehamol" userId="S::uas0033516@stud.fra-uas.de::b233ebc9-1c62-444f-bf89-e36508eaed61" providerId="AD" clId="Web-{87E40139-F0C5-4F77-B928-405408088A2B}" dt="2026-03-04T23:12:33.301" v="34" actId="1076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unny, Snehamol" userId="S::uas0033516@stud.fra-uas.de::b233ebc9-1c62-444f-bf89-e36508eaed61" providerId="AD" clId="Web-{87E40139-F0C5-4F77-B928-405408088A2B}" dt="2026-03-04T23:12:59.349" v="45" actId="1076"/>
          <ac:spMkLst>
            <pc:docMk/>
            <pc:sldMk cId="0" sldId="256"/>
            <ac:spMk id="5" creationId="{9E259F39-ABFB-5632-23AF-D534F7219DF6}"/>
          </ac:spMkLst>
        </pc:spChg>
      </pc:sldChg>
    </pc:docChg>
  </pc:docChgLst>
  <pc:docChgLst>
    <pc:chgData name="Parmar, Ayush Naresh" userId="S::uas0033291@stud.fra-uas.de::6d84dd8d-2f6e-43eb-a229-830dd0c9ca7d" providerId="AD" clId="Web-{58C0D886-623D-06F1-F94C-67A37AB3891A}"/>
    <pc:docChg chg="delSld">
      <pc:chgData name="Parmar, Ayush Naresh" userId="S::uas0033291@stud.fra-uas.de::6d84dd8d-2f6e-43eb-a229-830dd0c9ca7d" providerId="AD" clId="Web-{58C0D886-623D-06F1-F94C-67A37AB3891A}" dt="2026-03-05T21:22:01.912" v="3"/>
      <pc:docMkLst>
        <pc:docMk/>
      </pc:docMkLst>
    </pc:docChg>
  </pc:docChgLst>
  <pc:docChgLst>
    <pc:chgData name="Parmar, Ayush Naresh" userId="6d84dd8d-2f6e-43eb-a229-830dd0c9ca7d" providerId="ADAL" clId="{EE65DCE7-D424-48AF-A036-2530E0B913BF}"/>
    <pc:docChg chg="undo custSel addSld delSld modSld sldOrd">
      <pc:chgData name="Parmar, Ayush Naresh" userId="6d84dd8d-2f6e-43eb-a229-830dd0c9ca7d" providerId="ADAL" clId="{EE65DCE7-D424-48AF-A036-2530E0B913BF}" dt="2026-03-05T13:46:58.119" v="16" actId="47"/>
      <pc:docMkLst>
        <pc:docMk/>
      </pc:docMkLst>
      <pc:sldChg chg="add del">
        <pc:chgData name="Parmar, Ayush Naresh" userId="6d84dd8d-2f6e-43eb-a229-830dd0c9ca7d" providerId="ADAL" clId="{EE65DCE7-D424-48AF-A036-2530E0B913BF}" dt="2026-03-05T13:46:03.541" v="4" actId="47"/>
        <pc:sldMkLst>
          <pc:docMk/>
          <pc:sldMk cId="0" sldId="256"/>
        </pc:sldMkLst>
      </pc:sldChg>
      <pc:sldChg chg="add del">
        <pc:chgData name="Parmar, Ayush Naresh" userId="6d84dd8d-2f6e-43eb-a229-830dd0c9ca7d" providerId="ADAL" clId="{EE65DCE7-D424-48AF-A036-2530E0B913BF}" dt="2026-03-05T13:46:03.541" v="4" actId="47"/>
        <pc:sldMkLst>
          <pc:docMk/>
          <pc:sldMk cId="0" sldId="279"/>
        </pc:sldMkLst>
      </pc:sldChg>
    </pc:docChg>
  </pc:docChgLst>
  <pc:docChgLst>
    <pc:chgData name="Prabhu, Mithila Maruti" userId="S::uas0033421@stud.fra-uas.de::fa740ae0-a806-4caa-8c7a-920e2531b3f1" providerId="AD" clId="Web-{EC94A6EE-CF3F-6993-9693-F5FFEA95DBCA}"/>
    <pc:docChg chg="addSld delSld modSld sldOrd">
      <pc:chgData name="Prabhu, Mithila Maruti" userId="S::uas0033421@stud.fra-uas.de::fa740ae0-a806-4caa-8c7a-920e2531b3f1" providerId="AD" clId="Web-{EC94A6EE-CF3F-6993-9693-F5FFEA95DBCA}" dt="2026-03-06T15:56:13.833" v="236" actId="14100"/>
      <pc:docMkLst>
        <pc:docMk/>
      </pc:docMkLst>
    </pc:docChg>
  </pc:docChgLst>
  <pc:docChgLst>
    <pc:chgData name="Elizabeth, Amrita" userId="S::uas0033414@stud.fra-uas.de::139c7f44-498a-442b-94c1-023bad15f0bf" providerId="AD" clId="Web-{6EE5273A-225A-8D07-CC9E-7A6170629970}"/>
    <pc:docChg chg="modSld">
      <pc:chgData name="Elizabeth, Amrita" userId="S::uas0033414@stud.fra-uas.de::139c7f44-498a-442b-94c1-023bad15f0bf" providerId="AD" clId="Web-{6EE5273A-225A-8D07-CC9E-7A6170629970}" dt="2026-03-05T20:28:51.320" v="4" actId="20577"/>
      <pc:docMkLst>
        <pc:docMk/>
      </pc:docMkLst>
    </pc:docChg>
  </pc:docChgLst>
  <pc:docChgLst>
    <pc:chgData name="Sunny, Snehamol" userId="S::uas0033516@stud.fra-uas.de::b233ebc9-1c62-444f-bf89-e36508eaed61" providerId="AD" clId="Web-{CC94EEE3-5CD7-F8A2-03F8-1D08E3D3A6C1}"/>
    <pc:docChg chg="modSld">
      <pc:chgData name="Sunny, Snehamol" userId="S::uas0033516@stud.fra-uas.de::b233ebc9-1c62-444f-bf89-e36508eaed61" providerId="AD" clId="Web-{CC94EEE3-5CD7-F8A2-03F8-1D08E3D3A6C1}" dt="2026-03-05T08:21:19.768" v="78" actId="20577"/>
      <pc:docMkLst>
        <pc:docMk/>
      </pc:docMkLst>
      <pc:sldChg chg="modSp">
        <pc:chgData name="Sunny, Snehamol" userId="S::uas0033516@stud.fra-uas.de::b233ebc9-1c62-444f-bf89-e36508eaed61" providerId="AD" clId="Web-{CC94EEE3-5CD7-F8A2-03F8-1D08E3D3A6C1}" dt="2026-03-05T08:17:26.514" v="53" actId="1076"/>
        <pc:sldMkLst>
          <pc:docMk/>
          <pc:sldMk cId="0" sldId="256"/>
        </pc:sldMkLst>
        <pc:spChg chg="mod">
          <ac:chgData name="Sunny, Snehamol" userId="S::uas0033516@stud.fra-uas.de::b233ebc9-1c62-444f-bf89-e36508eaed61" providerId="AD" clId="Web-{CC94EEE3-5CD7-F8A2-03F8-1D08E3D3A6C1}" dt="2026-03-05T07:55:24.239" v="2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nny, Snehamol" userId="S::uas0033516@stud.fra-uas.de::b233ebc9-1c62-444f-bf89-e36508eaed61" providerId="AD" clId="Web-{CC94EEE3-5CD7-F8A2-03F8-1D08E3D3A6C1}" dt="2026-03-05T08:17:26.514" v="53" actId="1076"/>
          <ac:spMkLst>
            <pc:docMk/>
            <pc:sldMk cId="0" sldId="256"/>
            <ac:spMk id="5" creationId="{9E259F39-ABFB-5632-23AF-D534F7219DF6}"/>
          </ac:spMkLst>
        </pc:spChg>
      </pc:sldChg>
      <pc:sldChg chg="modSp">
        <pc:chgData name="Sunny, Snehamol" userId="S::uas0033516@stud.fra-uas.de::b233ebc9-1c62-444f-bf89-e36508eaed61" providerId="AD" clId="Web-{CC94EEE3-5CD7-F8A2-03F8-1D08E3D3A6C1}" dt="2026-03-05T07:53:00.869" v="6" actId="20577"/>
        <pc:sldMkLst>
          <pc:docMk/>
          <pc:sldMk cId="0" sldId="279"/>
        </pc:sldMkLst>
      </pc:sldChg>
    </pc:docChg>
  </pc:docChgLst>
  <pc:docChgLst>
    <pc:chgData name="Sunny, Snehamol" userId="S::uas0033516@stud.fra-uas.de::b233ebc9-1c62-444f-bf89-e36508eaed61" providerId="AD" clId="Web-{2255174C-0E42-5A9A-C581-4D33E7AAC1BB}"/>
    <pc:docChg chg="addSld modSld sldOrd">
      <pc:chgData name="Sunny, Snehamol" userId="S::uas0033516@stud.fra-uas.de::b233ebc9-1c62-444f-bf89-e36508eaed61" providerId="AD" clId="Web-{2255174C-0E42-5A9A-C581-4D33E7AAC1BB}" dt="2026-03-05T07:41:35.484" v="25" actId="20577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5E35F6-5A08-4F8A-878B-1AD52C761ED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56CD87-403B-4015-A096-2D5592634DFF}">
      <dgm:prSet/>
      <dgm:spPr/>
      <dgm:t>
        <a:bodyPr/>
        <a:lstStyle/>
        <a:p>
          <a:r>
            <a:rPr lang="en-US" b="1"/>
            <a:t>Window-Based Analysis</a:t>
          </a:r>
          <a:endParaRPr lang="en-US"/>
        </a:p>
      </dgm:t>
    </dgm:pt>
    <dgm:pt modelId="{2649A8BC-D8AD-47C2-A486-F959FB26DB49}" type="parTrans" cxnId="{FB67DE94-467A-4C44-8E8F-EB415953264F}">
      <dgm:prSet/>
      <dgm:spPr/>
      <dgm:t>
        <a:bodyPr/>
        <a:lstStyle/>
        <a:p>
          <a:endParaRPr lang="en-US"/>
        </a:p>
      </dgm:t>
    </dgm:pt>
    <dgm:pt modelId="{675114BE-7257-4399-ABA2-15C22BFC2AA3}" type="sibTrans" cxnId="{FB67DE94-467A-4C44-8E8F-EB415953264F}">
      <dgm:prSet/>
      <dgm:spPr/>
      <dgm:t>
        <a:bodyPr/>
        <a:lstStyle/>
        <a:p>
          <a:endParaRPr lang="en-US"/>
        </a:p>
      </dgm:t>
    </dgm:pt>
    <dgm:pt modelId="{32C26AF9-A0F6-4E1F-8B38-CEE37D8E8373}">
      <dgm:prSet/>
      <dgm:spPr/>
      <dgm:t>
        <a:bodyPr/>
        <a:lstStyle/>
        <a:p>
          <a:r>
            <a:rPr lang="en-US"/>
            <a:t>300 readings = 7.9 seconds of sensor history</a:t>
          </a:r>
        </a:p>
      </dgm:t>
    </dgm:pt>
    <dgm:pt modelId="{B923E635-857D-4FEC-A5A8-8DC7748B0E94}" type="parTrans" cxnId="{048FB659-360C-464B-8B03-A57EDAC2FC3E}">
      <dgm:prSet/>
      <dgm:spPr/>
      <dgm:t>
        <a:bodyPr/>
        <a:lstStyle/>
        <a:p>
          <a:endParaRPr lang="en-US"/>
        </a:p>
      </dgm:t>
    </dgm:pt>
    <dgm:pt modelId="{A56D4798-1AE0-43B7-ABAA-126E95E64D19}" type="sibTrans" cxnId="{048FB659-360C-464B-8B03-A57EDAC2FC3E}">
      <dgm:prSet/>
      <dgm:spPr/>
      <dgm:t>
        <a:bodyPr/>
        <a:lstStyle/>
        <a:p>
          <a:endParaRPr lang="en-US"/>
        </a:p>
      </dgm:t>
    </dgm:pt>
    <dgm:pt modelId="{547FC343-CF11-4147-9ED2-2133BF8F3950}">
      <dgm:prSet/>
      <dgm:spPr/>
      <dgm:t>
        <a:bodyPr/>
        <a:lstStyle/>
        <a:p>
          <a:r>
            <a:rPr lang="en-US"/>
            <a:t>More robust than single-reading threshold detection</a:t>
          </a:r>
        </a:p>
      </dgm:t>
    </dgm:pt>
    <dgm:pt modelId="{B3A79D52-DE43-4EBE-A300-90B2559362D2}" type="parTrans" cxnId="{6D93D0CF-0A86-4BD2-B8B3-036DBD157FFB}">
      <dgm:prSet/>
      <dgm:spPr/>
      <dgm:t>
        <a:bodyPr/>
        <a:lstStyle/>
        <a:p>
          <a:endParaRPr lang="en-US"/>
        </a:p>
      </dgm:t>
    </dgm:pt>
    <dgm:pt modelId="{41728888-82D2-42B7-9B4E-B96B17D88AA3}" type="sibTrans" cxnId="{6D93D0CF-0A86-4BD2-B8B3-036DBD157FFB}">
      <dgm:prSet/>
      <dgm:spPr/>
      <dgm:t>
        <a:bodyPr/>
        <a:lstStyle/>
        <a:p>
          <a:endParaRPr lang="en-US"/>
        </a:p>
      </dgm:t>
    </dgm:pt>
    <dgm:pt modelId="{645392DD-94E6-41F0-9C48-AFA075B2A452}">
      <dgm:prSet/>
      <dgm:spPr/>
      <dgm:t>
        <a:bodyPr/>
        <a:lstStyle/>
        <a:p>
          <a:r>
            <a:rPr lang="en-US" b="1"/>
            <a:t>Signal Cleaning</a:t>
          </a:r>
          <a:endParaRPr lang="en-US"/>
        </a:p>
      </dgm:t>
    </dgm:pt>
    <dgm:pt modelId="{AC3774B4-1843-4B09-B15C-8B5217A789CC}" type="parTrans" cxnId="{5DB63CED-E0B3-4563-83DC-B460E83308EF}">
      <dgm:prSet/>
      <dgm:spPr/>
      <dgm:t>
        <a:bodyPr/>
        <a:lstStyle/>
        <a:p>
          <a:endParaRPr lang="en-US"/>
        </a:p>
      </dgm:t>
    </dgm:pt>
    <dgm:pt modelId="{34EBB3C9-83B1-4754-906A-A7A0156DDE80}" type="sibTrans" cxnId="{5DB63CED-E0B3-4563-83DC-B460E83308EF}">
      <dgm:prSet/>
      <dgm:spPr/>
      <dgm:t>
        <a:bodyPr/>
        <a:lstStyle/>
        <a:p>
          <a:endParaRPr lang="en-US"/>
        </a:p>
      </dgm:t>
    </dgm:pt>
    <dgm:pt modelId="{4DB2D2EB-CC6E-4C41-ADB7-ECBF98FFE52D}">
      <dgm:prSet/>
      <dgm:spPr/>
      <dgm:t>
        <a:bodyPr/>
        <a:lstStyle/>
        <a:p>
          <a:r>
            <a:rPr lang="en-US"/>
            <a:t>Hard clip: removes physically impossible values</a:t>
          </a:r>
        </a:p>
      </dgm:t>
    </dgm:pt>
    <dgm:pt modelId="{AD5A4150-FCC1-49BC-BB23-241D4E77BD96}" type="parTrans" cxnId="{F4C7A040-E8C9-429E-965B-3BF782FC7CB6}">
      <dgm:prSet/>
      <dgm:spPr/>
      <dgm:t>
        <a:bodyPr/>
        <a:lstStyle/>
        <a:p>
          <a:endParaRPr lang="en-US"/>
        </a:p>
      </dgm:t>
    </dgm:pt>
    <dgm:pt modelId="{E4DD46EC-B6DD-472D-BF4C-DDAEAF246F51}" type="sibTrans" cxnId="{F4C7A040-E8C9-429E-965B-3BF782FC7CB6}">
      <dgm:prSet/>
      <dgm:spPr/>
      <dgm:t>
        <a:bodyPr/>
        <a:lstStyle/>
        <a:p>
          <a:endParaRPr lang="en-US"/>
        </a:p>
      </dgm:t>
    </dgm:pt>
    <dgm:pt modelId="{DBE614E3-BFC3-4B02-A4D2-F3988FCC9325}">
      <dgm:prSet/>
      <dgm:spPr/>
      <dgm:t>
        <a:bodyPr/>
        <a:lstStyle/>
        <a:p>
          <a:r>
            <a:rPr lang="en-US"/>
            <a:t>MAD Filter: removes spike artefacts from multipath reflections</a:t>
          </a:r>
        </a:p>
      </dgm:t>
    </dgm:pt>
    <dgm:pt modelId="{7CE8503B-3E9B-4121-B31B-A29DA3F53A1A}" type="parTrans" cxnId="{8826C878-04A3-4911-B5E2-377A8D1F37C5}">
      <dgm:prSet/>
      <dgm:spPr/>
      <dgm:t>
        <a:bodyPr/>
        <a:lstStyle/>
        <a:p>
          <a:endParaRPr lang="en-US"/>
        </a:p>
      </dgm:t>
    </dgm:pt>
    <dgm:pt modelId="{0CE68D3A-E78E-427E-A1A2-5E527AE74564}" type="sibTrans" cxnId="{8826C878-04A3-4911-B5E2-377A8D1F37C5}">
      <dgm:prSet/>
      <dgm:spPr/>
      <dgm:t>
        <a:bodyPr/>
        <a:lstStyle/>
        <a:p>
          <a:endParaRPr lang="en-US"/>
        </a:p>
      </dgm:t>
    </dgm:pt>
    <dgm:pt modelId="{D969C92F-FD63-4F3D-AE7B-1719090B6BE7}">
      <dgm:prSet/>
      <dgm:spPr/>
      <dgm:t>
        <a:bodyPr/>
        <a:lstStyle/>
        <a:p>
          <a:r>
            <a:rPr lang="en-US" b="1"/>
            <a:t>16 Features — 3 Groups</a:t>
          </a:r>
          <a:endParaRPr lang="en-US"/>
        </a:p>
      </dgm:t>
    </dgm:pt>
    <dgm:pt modelId="{DE4906E3-A637-44C6-BD53-E9D8162C7540}" type="parTrans" cxnId="{1CD7B440-FFCE-433E-869B-3E0CF196260E}">
      <dgm:prSet/>
      <dgm:spPr/>
      <dgm:t>
        <a:bodyPr/>
        <a:lstStyle/>
        <a:p>
          <a:endParaRPr lang="en-US"/>
        </a:p>
      </dgm:t>
    </dgm:pt>
    <dgm:pt modelId="{5FAA8700-C11F-41A6-8DF3-C260895A1ED5}" type="sibTrans" cxnId="{1CD7B440-FFCE-433E-869B-3E0CF196260E}">
      <dgm:prSet/>
      <dgm:spPr/>
      <dgm:t>
        <a:bodyPr/>
        <a:lstStyle/>
        <a:p>
          <a:endParaRPr lang="en-US"/>
        </a:p>
      </dgm:t>
    </dgm:pt>
    <dgm:pt modelId="{5AAFF683-7556-4F4E-B75B-42A49D9C732C}">
      <dgm:prSet/>
      <dgm:spPr/>
      <dgm:t>
        <a:bodyPr/>
        <a:lstStyle/>
        <a:p>
          <a:r>
            <a:rPr lang="en-US"/>
            <a:t>Statistical: mean, std, min, max</a:t>
          </a:r>
        </a:p>
      </dgm:t>
    </dgm:pt>
    <dgm:pt modelId="{F693228B-EEB7-4B07-8FE3-266502F92D92}" type="parTrans" cxnId="{393DC277-5A9A-496D-A984-5953AAC449AC}">
      <dgm:prSet/>
      <dgm:spPr/>
      <dgm:t>
        <a:bodyPr/>
        <a:lstStyle/>
        <a:p>
          <a:endParaRPr lang="en-US"/>
        </a:p>
      </dgm:t>
    </dgm:pt>
    <dgm:pt modelId="{A9C7CE58-8C99-404E-BE59-5A48832B19C2}" type="sibTrans" cxnId="{393DC277-5A9A-496D-A984-5953AAC449AC}">
      <dgm:prSet/>
      <dgm:spPr/>
      <dgm:t>
        <a:bodyPr/>
        <a:lstStyle/>
        <a:p>
          <a:endParaRPr lang="en-US"/>
        </a:p>
      </dgm:t>
    </dgm:pt>
    <dgm:pt modelId="{FF5BFC7E-3D9F-4362-B98A-AA2C52A8BB23}">
      <dgm:prSet/>
      <dgm:spPr/>
      <dgm:t>
        <a:bodyPr/>
        <a:lstStyle/>
        <a:p>
          <a:r>
            <a:rPr lang="en-US"/>
            <a:t>Kinematic: velocity, acceleration, net displacement</a:t>
          </a:r>
        </a:p>
      </dgm:t>
    </dgm:pt>
    <dgm:pt modelId="{1DA7B4E5-BFB4-4DE5-ADFB-AC3921536AD0}" type="parTrans" cxnId="{CECC124D-8E5D-42BA-9201-6C50E36898D1}">
      <dgm:prSet/>
      <dgm:spPr/>
      <dgm:t>
        <a:bodyPr/>
        <a:lstStyle/>
        <a:p>
          <a:endParaRPr lang="en-US"/>
        </a:p>
      </dgm:t>
    </dgm:pt>
    <dgm:pt modelId="{706A0275-F132-4096-BA51-9CD96108929D}" type="sibTrans" cxnId="{CECC124D-8E5D-42BA-9201-6C50E36898D1}">
      <dgm:prSet/>
      <dgm:spPr/>
      <dgm:t>
        <a:bodyPr/>
        <a:lstStyle/>
        <a:p>
          <a:endParaRPr lang="en-US"/>
        </a:p>
      </dgm:t>
    </dgm:pt>
    <dgm:pt modelId="{47C424F1-81A3-48ED-8607-36B896CBF342}">
      <dgm:prSet/>
      <dgm:spPr/>
      <dgm:t>
        <a:bodyPr/>
        <a:lstStyle/>
        <a:p>
          <a:r>
            <a:rPr lang="en-US"/>
            <a:t>Directional: frac_increasing + frac_decreasing → top predictors (24.7% importance)</a:t>
          </a:r>
        </a:p>
      </dgm:t>
    </dgm:pt>
    <dgm:pt modelId="{B8321DC2-7827-424A-BC46-CA29B6361046}" type="parTrans" cxnId="{D176D7CE-AEED-49E7-AA64-D462F319CF2A}">
      <dgm:prSet/>
      <dgm:spPr/>
      <dgm:t>
        <a:bodyPr/>
        <a:lstStyle/>
        <a:p>
          <a:endParaRPr lang="en-US"/>
        </a:p>
      </dgm:t>
    </dgm:pt>
    <dgm:pt modelId="{AFFAFAED-6424-43E8-9CCD-DD0D5EB99BDC}" type="sibTrans" cxnId="{D176D7CE-AEED-49E7-AA64-D462F319CF2A}">
      <dgm:prSet/>
      <dgm:spPr/>
      <dgm:t>
        <a:bodyPr/>
        <a:lstStyle/>
        <a:p>
          <a:endParaRPr lang="en-US"/>
        </a:p>
      </dgm:t>
    </dgm:pt>
    <dgm:pt modelId="{3073FE4C-4655-4B2F-B657-BCE3EFCC3B79}">
      <dgm:prSet/>
      <dgm:spPr/>
      <dgm:t>
        <a:bodyPr/>
        <a:lstStyle/>
        <a:p>
          <a:r>
            <a:rPr lang="en-US" b="1"/>
            <a:t>Temporal Train/Test Split</a:t>
          </a:r>
          <a:endParaRPr lang="en-US"/>
        </a:p>
      </dgm:t>
    </dgm:pt>
    <dgm:pt modelId="{513F16F0-DE60-44E2-8D42-0791A02C34E5}" type="parTrans" cxnId="{611C1A23-7C66-4148-BDEA-1AC83C522210}">
      <dgm:prSet/>
      <dgm:spPr/>
      <dgm:t>
        <a:bodyPr/>
        <a:lstStyle/>
        <a:p>
          <a:endParaRPr lang="en-US"/>
        </a:p>
      </dgm:t>
    </dgm:pt>
    <dgm:pt modelId="{017CB85B-3167-483E-AF21-784C06030E84}" type="sibTrans" cxnId="{611C1A23-7C66-4148-BDEA-1AC83C522210}">
      <dgm:prSet/>
      <dgm:spPr/>
      <dgm:t>
        <a:bodyPr/>
        <a:lstStyle/>
        <a:p>
          <a:endParaRPr lang="en-US"/>
        </a:p>
      </dgm:t>
    </dgm:pt>
    <dgm:pt modelId="{154B65A2-A75E-47F3-8B88-258D7E2A46CC}">
      <dgm:prSet/>
      <dgm:spPr/>
      <dgm:t>
        <a:bodyPr/>
        <a:lstStyle/>
        <a:p>
          <a:r>
            <a:rPr lang="en-US"/>
            <a:t>75% train / 25% test — done </a:t>
          </a:r>
          <a:r>
            <a:rPr lang="en-US" b="1"/>
            <a:t>per file</a:t>
          </a:r>
          <a:endParaRPr lang="en-US"/>
        </a:p>
      </dgm:t>
    </dgm:pt>
    <dgm:pt modelId="{486115B5-3D79-4484-93CE-D70AE5AD8318}" type="parTrans" cxnId="{63D11645-A736-4E1C-9998-89B766E1F047}">
      <dgm:prSet/>
      <dgm:spPr/>
      <dgm:t>
        <a:bodyPr/>
        <a:lstStyle/>
        <a:p>
          <a:endParaRPr lang="en-US"/>
        </a:p>
      </dgm:t>
    </dgm:pt>
    <dgm:pt modelId="{17092785-3631-4F3E-8267-67FD96211EC4}" type="sibTrans" cxnId="{63D11645-A736-4E1C-9998-89B766E1F047}">
      <dgm:prSet/>
      <dgm:spPr/>
      <dgm:t>
        <a:bodyPr/>
        <a:lstStyle/>
        <a:p>
          <a:endParaRPr lang="en-US"/>
        </a:p>
      </dgm:t>
    </dgm:pt>
    <dgm:pt modelId="{C0196DB2-C324-4415-9CC2-A717BCF689A9}">
      <dgm:prSet/>
      <dgm:spPr/>
      <dgm:t>
        <a:bodyPr/>
        <a:lstStyle/>
        <a:p>
          <a:r>
            <a:rPr lang="en-US"/>
            <a:t>Prevents same trajectory leaking into both sets</a:t>
          </a:r>
        </a:p>
      </dgm:t>
    </dgm:pt>
    <dgm:pt modelId="{525A0DEE-70D6-4565-B451-EF25AB92A970}" type="parTrans" cxnId="{C316178A-06C4-4A96-B970-2A5952DFFE75}">
      <dgm:prSet/>
      <dgm:spPr/>
      <dgm:t>
        <a:bodyPr/>
        <a:lstStyle/>
        <a:p>
          <a:endParaRPr lang="en-US"/>
        </a:p>
      </dgm:t>
    </dgm:pt>
    <dgm:pt modelId="{F4CC6BC8-354C-4097-99B3-A719030206E2}" type="sibTrans" cxnId="{C316178A-06C4-4A96-B970-2A5952DFFE75}">
      <dgm:prSet/>
      <dgm:spPr/>
      <dgm:t>
        <a:bodyPr/>
        <a:lstStyle/>
        <a:p>
          <a:endParaRPr lang="en-US"/>
        </a:p>
      </dgm:t>
    </dgm:pt>
    <dgm:pt modelId="{45FF58C5-F4A2-49E9-BCA8-9BA8CE4B96F6}">
      <dgm:prSet/>
      <dgm:spPr/>
      <dgm:t>
        <a:bodyPr/>
        <a:lstStyle/>
        <a:p>
          <a:r>
            <a:rPr lang="en-US" b="1"/>
            <a:t>Dual-Path Training</a:t>
          </a:r>
          <a:endParaRPr lang="en-US"/>
        </a:p>
      </dgm:t>
    </dgm:pt>
    <dgm:pt modelId="{EF23FEBB-D5C5-44AD-A4FB-0F288C707DE0}" type="parTrans" cxnId="{31A604A4-F70A-445A-A9F2-1BC152CEBFF7}">
      <dgm:prSet/>
      <dgm:spPr/>
      <dgm:t>
        <a:bodyPr/>
        <a:lstStyle/>
        <a:p>
          <a:endParaRPr lang="en-US"/>
        </a:p>
      </dgm:t>
    </dgm:pt>
    <dgm:pt modelId="{CA8741BC-4ED3-4BBD-805B-0A0AB6AEA6FA}" type="sibTrans" cxnId="{31A604A4-F70A-445A-A9F2-1BC152CEBFF7}">
      <dgm:prSet/>
      <dgm:spPr/>
      <dgm:t>
        <a:bodyPr/>
        <a:lstStyle/>
        <a:p>
          <a:endParaRPr lang="en-US"/>
        </a:p>
      </dgm:t>
    </dgm:pt>
    <dgm:pt modelId="{ECCFF547-BA28-41E7-818E-9CD49E5DB1C9}">
      <dgm:prSet/>
      <dgm:spPr/>
      <dgm:t>
        <a:bodyPr/>
        <a:lstStyle/>
        <a:p>
          <a:r>
            <a:rPr lang="en-US"/>
            <a:t>Classifier → StandardScaler + RF → Motion State</a:t>
          </a:r>
        </a:p>
      </dgm:t>
    </dgm:pt>
    <dgm:pt modelId="{6C200ADC-A2BB-4554-AD87-90DED9A1CDF6}" type="parTrans" cxnId="{6405CF62-B646-47CD-B265-D45B3CA76CE2}">
      <dgm:prSet/>
      <dgm:spPr/>
      <dgm:t>
        <a:bodyPr/>
        <a:lstStyle/>
        <a:p>
          <a:endParaRPr lang="en-US"/>
        </a:p>
      </dgm:t>
    </dgm:pt>
    <dgm:pt modelId="{786D3F7D-2A49-4386-93C8-102B6710A345}" type="sibTrans" cxnId="{6405CF62-B646-47CD-B265-D45B3CA76CE2}">
      <dgm:prSet/>
      <dgm:spPr/>
      <dgm:t>
        <a:bodyPr/>
        <a:lstStyle/>
        <a:p>
          <a:endParaRPr lang="en-US"/>
        </a:p>
      </dgm:t>
    </dgm:pt>
    <dgm:pt modelId="{065ACA33-FE74-42F1-A83B-475E81901697}">
      <dgm:prSet/>
      <dgm:spPr/>
      <dgm:t>
        <a:bodyPr/>
        <a:lstStyle/>
        <a:p>
          <a:r>
            <a:rPr lang="en-US"/>
            <a:t>Regressor → Raw features + RF → Time-to-Clear (seconds)</a:t>
          </a:r>
        </a:p>
      </dgm:t>
    </dgm:pt>
    <dgm:pt modelId="{E50534C4-DEBA-4800-AFF6-EFEE394F29D1}" type="parTrans" cxnId="{AEEDE6E5-6F0D-4640-A20F-71D8E5B432D7}">
      <dgm:prSet/>
      <dgm:spPr/>
      <dgm:t>
        <a:bodyPr/>
        <a:lstStyle/>
        <a:p>
          <a:endParaRPr lang="en-US"/>
        </a:p>
      </dgm:t>
    </dgm:pt>
    <dgm:pt modelId="{582390D5-7149-43F5-93EF-59D39EE91A37}" type="sibTrans" cxnId="{AEEDE6E5-6F0D-4640-A20F-71D8E5B432D7}">
      <dgm:prSet/>
      <dgm:spPr/>
      <dgm:t>
        <a:bodyPr/>
        <a:lstStyle/>
        <a:p>
          <a:endParaRPr lang="en-US"/>
        </a:p>
      </dgm:t>
    </dgm:pt>
    <dgm:pt modelId="{AB6A0CDA-C9FE-4AF5-B4BA-187EB9EF672D}">
      <dgm:prSet/>
      <dgm:spPr/>
      <dgm:t>
        <a:bodyPr/>
        <a:lstStyle/>
        <a:p>
          <a:r>
            <a:rPr lang="en-US" b="1"/>
            <a:t>Output</a:t>
          </a:r>
          <a:endParaRPr lang="en-US"/>
        </a:p>
      </dgm:t>
    </dgm:pt>
    <dgm:pt modelId="{67660E15-2044-4669-84A2-074966F0E62A}" type="parTrans" cxnId="{0622E0FB-4816-4577-982E-0AE1F06877D4}">
      <dgm:prSet/>
      <dgm:spPr/>
      <dgm:t>
        <a:bodyPr/>
        <a:lstStyle/>
        <a:p>
          <a:endParaRPr lang="en-US"/>
        </a:p>
      </dgm:t>
    </dgm:pt>
    <dgm:pt modelId="{232E38BD-B797-4217-8AAA-CB6D14D69F3E}" type="sibTrans" cxnId="{0622E0FB-4816-4577-982E-0AE1F06877D4}">
      <dgm:prSet/>
      <dgm:spPr/>
      <dgm:t>
        <a:bodyPr/>
        <a:lstStyle/>
        <a:p>
          <a:endParaRPr lang="en-US"/>
        </a:p>
      </dgm:t>
    </dgm:pt>
    <dgm:pt modelId="{CD9228E6-7C6B-42FA-98A0-C51BBAD00C16}">
      <dgm:prSet/>
      <dgm:spPr/>
      <dgm:t>
        <a:bodyPr/>
        <a:lstStyle/>
        <a:p>
          <a:r>
            <a:rPr lang="en-US"/>
            <a:t>Two saved models loaded directly by the Streamlit dashboard</a:t>
          </a:r>
        </a:p>
      </dgm:t>
    </dgm:pt>
    <dgm:pt modelId="{2ECB0B51-E021-445D-9D76-C5AF76EE2A2F}" type="parTrans" cxnId="{26B45455-9A25-45C7-A5CC-B786DDA37D92}">
      <dgm:prSet/>
      <dgm:spPr/>
      <dgm:t>
        <a:bodyPr/>
        <a:lstStyle/>
        <a:p>
          <a:endParaRPr lang="en-US"/>
        </a:p>
      </dgm:t>
    </dgm:pt>
    <dgm:pt modelId="{594B6881-6ECC-4D86-8E99-3B1DC8FA6EB7}" type="sibTrans" cxnId="{26B45455-9A25-45C7-A5CC-B786DDA37D92}">
      <dgm:prSet/>
      <dgm:spPr/>
      <dgm:t>
        <a:bodyPr/>
        <a:lstStyle/>
        <a:p>
          <a:endParaRPr lang="en-US"/>
        </a:p>
      </dgm:t>
    </dgm:pt>
    <dgm:pt modelId="{EB01DDC0-6B16-484C-9296-4163EDBD6AF7}" type="pres">
      <dgm:prSet presAssocID="{AE5E35F6-5A08-4F8A-878B-1AD52C761ED7}" presName="vert0" presStyleCnt="0">
        <dgm:presLayoutVars>
          <dgm:dir/>
          <dgm:animOne val="branch"/>
          <dgm:animLvl val="lvl"/>
        </dgm:presLayoutVars>
      </dgm:prSet>
      <dgm:spPr/>
    </dgm:pt>
    <dgm:pt modelId="{79EDE1DE-6A80-4324-A379-805F9F8700AA}" type="pres">
      <dgm:prSet presAssocID="{E956CD87-403B-4015-A096-2D5592634DFF}" presName="thickLine" presStyleLbl="alignNode1" presStyleIdx="0" presStyleCnt="18"/>
      <dgm:spPr/>
    </dgm:pt>
    <dgm:pt modelId="{9417E902-9267-497D-8688-D55C322A868C}" type="pres">
      <dgm:prSet presAssocID="{E956CD87-403B-4015-A096-2D5592634DFF}" presName="horz1" presStyleCnt="0"/>
      <dgm:spPr/>
    </dgm:pt>
    <dgm:pt modelId="{6DD883B1-32CE-4EA6-8E4F-E5D5FF872404}" type="pres">
      <dgm:prSet presAssocID="{E956CD87-403B-4015-A096-2D5592634DFF}" presName="tx1" presStyleLbl="revTx" presStyleIdx="0" presStyleCnt="18"/>
      <dgm:spPr/>
    </dgm:pt>
    <dgm:pt modelId="{3D3C40CD-79A6-41DA-BE35-AE8716284369}" type="pres">
      <dgm:prSet presAssocID="{E956CD87-403B-4015-A096-2D5592634DFF}" presName="vert1" presStyleCnt="0"/>
      <dgm:spPr/>
    </dgm:pt>
    <dgm:pt modelId="{BD4A5B5D-E54B-405E-96D9-405200BAC6F3}" type="pres">
      <dgm:prSet presAssocID="{32C26AF9-A0F6-4E1F-8B38-CEE37D8E8373}" presName="thickLine" presStyleLbl="alignNode1" presStyleIdx="1" presStyleCnt="18"/>
      <dgm:spPr/>
    </dgm:pt>
    <dgm:pt modelId="{3F5A4210-1E29-486C-91C5-A44CC3FCE0C1}" type="pres">
      <dgm:prSet presAssocID="{32C26AF9-A0F6-4E1F-8B38-CEE37D8E8373}" presName="horz1" presStyleCnt="0"/>
      <dgm:spPr/>
    </dgm:pt>
    <dgm:pt modelId="{A8F88B06-368F-466B-8C59-F28E67B05F4A}" type="pres">
      <dgm:prSet presAssocID="{32C26AF9-A0F6-4E1F-8B38-CEE37D8E8373}" presName="tx1" presStyleLbl="revTx" presStyleIdx="1" presStyleCnt="18"/>
      <dgm:spPr/>
    </dgm:pt>
    <dgm:pt modelId="{8E52E9C3-199F-4696-B6D1-81163BDED469}" type="pres">
      <dgm:prSet presAssocID="{32C26AF9-A0F6-4E1F-8B38-CEE37D8E8373}" presName="vert1" presStyleCnt="0"/>
      <dgm:spPr/>
    </dgm:pt>
    <dgm:pt modelId="{8F745FF6-F43C-4250-9BFA-CF67EC191245}" type="pres">
      <dgm:prSet presAssocID="{547FC343-CF11-4147-9ED2-2133BF8F3950}" presName="thickLine" presStyleLbl="alignNode1" presStyleIdx="2" presStyleCnt="18"/>
      <dgm:spPr/>
    </dgm:pt>
    <dgm:pt modelId="{BCEF7A40-9C5E-46B5-96CB-BC34FB47C4B3}" type="pres">
      <dgm:prSet presAssocID="{547FC343-CF11-4147-9ED2-2133BF8F3950}" presName="horz1" presStyleCnt="0"/>
      <dgm:spPr/>
    </dgm:pt>
    <dgm:pt modelId="{35E98B6B-CDD8-47CD-8C8E-C298A99F35AC}" type="pres">
      <dgm:prSet presAssocID="{547FC343-CF11-4147-9ED2-2133BF8F3950}" presName="tx1" presStyleLbl="revTx" presStyleIdx="2" presStyleCnt="18"/>
      <dgm:spPr/>
    </dgm:pt>
    <dgm:pt modelId="{AB64AD34-54B8-4083-AFC4-90C2A20F03C1}" type="pres">
      <dgm:prSet presAssocID="{547FC343-CF11-4147-9ED2-2133BF8F3950}" presName="vert1" presStyleCnt="0"/>
      <dgm:spPr/>
    </dgm:pt>
    <dgm:pt modelId="{7C93FC28-AAED-43BB-8157-536DFFFC5B10}" type="pres">
      <dgm:prSet presAssocID="{645392DD-94E6-41F0-9C48-AFA075B2A452}" presName="thickLine" presStyleLbl="alignNode1" presStyleIdx="3" presStyleCnt="18"/>
      <dgm:spPr/>
    </dgm:pt>
    <dgm:pt modelId="{A8DB5DC2-9C06-4515-9EC1-DECE9B83A204}" type="pres">
      <dgm:prSet presAssocID="{645392DD-94E6-41F0-9C48-AFA075B2A452}" presName="horz1" presStyleCnt="0"/>
      <dgm:spPr/>
    </dgm:pt>
    <dgm:pt modelId="{14037CB3-0A7F-4055-BB27-C73A13F4D9D6}" type="pres">
      <dgm:prSet presAssocID="{645392DD-94E6-41F0-9C48-AFA075B2A452}" presName="tx1" presStyleLbl="revTx" presStyleIdx="3" presStyleCnt="18"/>
      <dgm:spPr/>
    </dgm:pt>
    <dgm:pt modelId="{8029E1ED-040D-4CDE-8FF1-FC2273655459}" type="pres">
      <dgm:prSet presAssocID="{645392DD-94E6-41F0-9C48-AFA075B2A452}" presName="vert1" presStyleCnt="0"/>
      <dgm:spPr/>
    </dgm:pt>
    <dgm:pt modelId="{783A41B4-C0F5-4A0E-88F3-9B7189108F34}" type="pres">
      <dgm:prSet presAssocID="{4DB2D2EB-CC6E-4C41-ADB7-ECBF98FFE52D}" presName="thickLine" presStyleLbl="alignNode1" presStyleIdx="4" presStyleCnt="18"/>
      <dgm:spPr/>
    </dgm:pt>
    <dgm:pt modelId="{44B9BCA2-411D-477C-A9C1-364BBD7CB0B1}" type="pres">
      <dgm:prSet presAssocID="{4DB2D2EB-CC6E-4C41-ADB7-ECBF98FFE52D}" presName="horz1" presStyleCnt="0"/>
      <dgm:spPr/>
    </dgm:pt>
    <dgm:pt modelId="{CAF8A2BE-503A-4778-86C5-DE263A98F665}" type="pres">
      <dgm:prSet presAssocID="{4DB2D2EB-CC6E-4C41-ADB7-ECBF98FFE52D}" presName="tx1" presStyleLbl="revTx" presStyleIdx="4" presStyleCnt="18"/>
      <dgm:spPr/>
    </dgm:pt>
    <dgm:pt modelId="{A0D5ACF5-91C6-4E60-8A72-E3F072442F04}" type="pres">
      <dgm:prSet presAssocID="{4DB2D2EB-CC6E-4C41-ADB7-ECBF98FFE52D}" presName="vert1" presStyleCnt="0"/>
      <dgm:spPr/>
    </dgm:pt>
    <dgm:pt modelId="{36184C55-FCAB-492C-AFF7-92493B253F12}" type="pres">
      <dgm:prSet presAssocID="{DBE614E3-BFC3-4B02-A4D2-F3988FCC9325}" presName="thickLine" presStyleLbl="alignNode1" presStyleIdx="5" presStyleCnt="18"/>
      <dgm:spPr/>
    </dgm:pt>
    <dgm:pt modelId="{37164255-E264-44CF-B2F7-EDFF83CD5A79}" type="pres">
      <dgm:prSet presAssocID="{DBE614E3-BFC3-4B02-A4D2-F3988FCC9325}" presName="horz1" presStyleCnt="0"/>
      <dgm:spPr/>
    </dgm:pt>
    <dgm:pt modelId="{2D535488-E729-49E5-90AA-55FA8EF6FDC1}" type="pres">
      <dgm:prSet presAssocID="{DBE614E3-BFC3-4B02-A4D2-F3988FCC9325}" presName="tx1" presStyleLbl="revTx" presStyleIdx="5" presStyleCnt="18"/>
      <dgm:spPr/>
    </dgm:pt>
    <dgm:pt modelId="{404F366B-F153-452A-86AD-24D5CAD6529F}" type="pres">
      <dgm:prSet presAssocID="{DBE614E3-BFC3-4B02-A4D2-F3988FCC9325}" presName="vert1" presStyleCnt="0"/>
      <dgm:spPr/>
    </dgm:pt>
    <dgm:pt modelId="{EED5AC1B-316B-443B-8356-B20ADC4E6762}" type="pres">
      <dgm:prSet presAssocID="{D969C92F-FD63-4F3D-AE7B-1719090B6BE7}" presName="thickLine" presStyleLbl="alignNode1" presStyleIdx="6" presStyleCnt="18"/>
      <dgm:spPr/>
    </dgm:pt>
    <dgm:pt modelId="{F44C8E70-1995-490D-AA50-9AD3F11A9909}" type="pres">
      <dgm:prSet presAssocID="{D969C92F-FD63-4F3D-AE7B-1719090B6BE7}" presName="horz1" presStyleCnt="0"/>
      <dgm:spPr/>
    </dgm:pt>
    <dgm:pt modelId="{9054560A-6D4C-4544-845F-F5C1071C064A}" type="pres">
      <dgm:prSet presAssocID="{D969C92F-FD63-4F3D-AE7B-1719090B6BE7}" presName="tx1" presStyleLbl="revTx" presStyleIdx="6" presStyleCnt="18"/>
      <dgm:spPr/>
    </dgm:pt>
    <dgm:pt modelId="{D5B8AC16-8A57-49CD-8DB7-459C46399313}" type="pres">
      <dgm:prSet presAssocID="{D969C92F-FD63-4F3D-AE7B-1719090B6BE7}" presName="vert1" presStyleCnt="0"/>
      <dgm:spPr/>
    </dgm:pt>
    <dgm:pt modelId="{5F0D94F2-98EE-4443-841D-68D42B83B582}" type="pres">
      <dgm:prSet presAssocID="{5AAFF683-7556-4F4E-B75B-42A49D9C732C}" presName="thickLine" presStyleLbl="alignNode1" presStyleIdx="7" presStyleCnt="18"/>
      <dgm:spPr/>
    </dgm:pt>
    <dgm:pt modelId="{C3CFE14E-139A-4FDE-9A57-AB385781A7E4}" type="pres">
      <dgm:prSet presAssocID="{5AAFF683-7556-4F4E-B75B-42A49D9C732C}" presName="horz1" presStyleCnt="0"/>
      <dgm:spPr/>
    </dgm:pt>
    <dgm:pt modelId="{57821278-EE73-4CC5-AFCC-53BD93449F30}" type="pres">
      <dgm:prSet presAssocID="{5AAFF683-7556-4F4E-B75B-42A49D9C732C}" presName="tx1" presStyleLbl="revTx" presStyleIdx="7" presStyleCnt="18"/>
      <dgm:spPr/>
    </dgm:pt>
    <dgm:pt modelId="{2DBD0D0A-C1A3-44ED-9D84-D8621922E647}" type="pres">
      <dgm:prSet presAssocID="{5AAFF683-7556-4F4E-B75B-42A49D9C732C}" presName="vert1" presStyleCnt="0"/>
      <dgm:spPr/>
    </dgm:pt>
    <dgm:pt modelId="{930B1593-4A7D-4793-A2A0-0181DEDF87D3}" type="pres">
      <dgm:prSet presAssocID="{FF5BFC7E-3D9F-4362-B98A-AA2C52A8BB23}" presName="thickLine" presStyleLbl="alignNode1" presStyleIdx="8" presStyleCnt="18"/>
      <dgm:spPr/>
    </dgm:pt>
    <dgm:pt modelId="{806EB414-8C8E-422A-B05D-D262AC86CFEE}" type="pres">
      <dgm:prSet presAssocID="{FF5BFC7E-3D9F-4362-B98A-AA2C52A8BB23}" presName="horz1" presStyleCnt="0"/>
      <dgm:spPr/>
    </dgm:pt>
    <dgm:pt modelId="{911AB730-4AB6-4CA2-AB64-2DF16CE6F20E}" type="pres">
      <dgm:prSet presAssocID="{FF5BFC7E-3D9F-4362-B98A-AA2C52A8BB23}" presName="tx1" presStyleLbl="revTx" presStyleIdx="8" presStyleCnt="18"/>
      <dgm:spPr/>
    </dgm:pt>
    <dgm:pt modelId="{B0BEDC50-8354-4913-A5BD-1832A1A22CB2}" type="pres">
      <dgm:prSet presAssocID="{FF5BFC7E-3D9F-4362-B98A-AA2C52A8BB23}" presName="vert1" presStyleCnt="0"/>
      <dgm:spPr/>
    </dgm:pt>
    <dgm:pt modelId="{5D626457-C3FB-41E4-A0CE-5D74F4EE9FB6}" type="pres">
      <dgm:prSet presAssocID="{47C424F1-81A3-48ED-8607-36B896CBF342}" presName="thickLine" presStyleLbl="alignNode1" presStyleIdx="9" presStyleCnt="18"/>
      <dgm:spPr/>
    </dgm:pt>
    <dgm:pt modelId="{233076E1-ED06-48F0-8C51-20B1C266E788}" type="pres">
      <dgm:prSet presAssocID="{47C424F1-81A3-48ED-8607-36B896CBF342}" presName="horz1" presStyleCnt="0"/>
      <dgm:spPr/>
    </dgm:pt>
    <dgm:pt modelId="{3EB4E1B9-E108-4AF9-B0F5-DF205C89755A}" type="pres">
      <dgm:prSet presAssocID="{47C424F1-81A3-48ED-8607-36B896CBF342}" presName="tx1" presStyleLbl="revTx" presStyleIdx="9" presStyleCnt="18"/>
      <dgm:spPr/>
    </dgm:pt>
    <dgm:pt modelId="{7C00FCB7-11E5-41EE-BE15-803DBD193062}" type="pres">
      <dgm:prSet presAssocID="{47C424F1-81A3-48ED-8607-36B896CBF342}" presName="vert1" presStyleCnt="0"/>
      <dgm:spPr/>
    </dgm:pt>
    <dgm:pt modelId="{46EB693D-2ADF-4C2D-99AC-151B45EA2B55}" type="pres">
      <dgm:prSet presAssocID="{3073FE4C-4655-4B2F-B657-BCE3EFCC3B79}" presName="thickLine" presStyleLbl="alignNode1" presStyleIdx="10" presStyleCnt="18"/>
      <dgm:spPr/>
    </dgm:pt>
    <dgm:pt modelId="{531FF43A-A0BD-4C2F-B6C0-D7DE96A1B386}" type="pres">
      <dgm:prSet presAssocID="{3073FE4C-4655-4B2F-B657-BCE3EFCC3B79}" presName="horz1" presStyleCnt="0"/>
      <dgm:spPr/>
    </dgm:pt>
    <dgm:pt modelId="{572C34AE-6D5E-416B-835A-855F5878A77F}" type="pres">
      <dgm:prSet presAssocID="{3073FE4C-4655-4B2F-B657-BCE3EFCC3B79}" presName="tx1" presStyleLbl="revTx" presStyleIdx="10" presStyleCnt="18"/>
      <dgm:spPr/>
    </dgm:pt>
    <dgm:pt modelId="{71CDB69C-215D-4B67-B418-32A1B80E893E}" type="pres">
      <dgm:prSet presAssocID="{3073FE4C-4655-4B2F-B657-BCE3EFCC3B79}" presName="vert1" presStyleCnt="0"/>
      <dgm:spPr/>
    </dgm:pt>
    <dgm:pt modelId="{7C9FEA83-4E37-4651-81B9-86D6722E3A95}" type="pres">
      <dgm:prSet presAssocID="{154B65A2-A75E-47F3-8B88-258D7E2A46CC}" presName="thickLine" presStyleLbl="alignNode1" presStyleIdx="11" presStyleCnt="18"/>
      <dgm:spPr/>
    </dgm:pt>
    <dgm:pt modelId="{DCAF698D-50C6-4804-A2FC-522960BD8005}" type="pres">
      <dgm:prSet presAssocID="{154B65A2-A75E-47F3-8B88-258D7E2A46CC}" presName="horz1" presStyleCnt="0"/>
      <dgm:spPr/>
    </dgm:pt>
    <dgm:pt modelId="{B32E8FAD-4CF9-4D1F-B695-D19D1DC1A1A0}" type="pres">
      <dgm:prSet presAssocID="{154B65A2-A75E-47F3-8B88-258D7E2A46CC}" presName="tx1" presStyleLbl="revTx" presStyleIdx="11" presStyleCnt="18"/>
      <dgm:spPr/>
    </dgm:pt>
    <dgm:pt modelId="{F251320A-D049-4965-A9C0-03CBBF57ED0B}" type="pres">
      <dgm:prSet presAssocID="{154B65A2-A75E-47F3-8B88-258D7E2A46CC}" presName="vert1" presStyleCnt="0"/>
      <dgm:spPr/>
    </dgm:pt>
    <dgm:pt modelId="{6FB86EE2-8477-4613-A1D8-7D1195D90EFD}" type="pres">
      <dgm:prSet presAssocID="{C0196DB2-C324-4415-9CC2-A717BCF689A9}" presName="thickLine" presStyleLbl="alignNode1" presStyleIdx="12" presStyleCnt="18"/>
      <dgm:spPr/>
    </dgm:pt>
    <dgm:pt modelId="{5A92EC59-B753-4EC5-9227-06585C3B41FC}" type="pres">
      <dgm:prSet presAssocID="{C0196DB2-C324-4415-9CC2-A717BCF689A9}" presName="horz1" presStyleCnt="0"/>
      <dgm:spPr/>
    </dgm:pt>
    <dgm:pt modelId="{0E31EDDB-2187-4124-BC64-A95AA16AA0B1}" type="pres">
      <dgm:prSet presAssocID="{C0196DB2-C324-4415-9CC2-A717BCF689A9}" presName="tx1" presStyleLbl="revTx" presStyleIdx="12" presStyleCnt="18"/>
      <dgm:spPr/>
    </dgm:pt>
    <dgm:pt modelId="{0B3D5DF3-0C44-43E2-B5D4-0A5312C51EA2}" type="pres">
      <dgm:prSet presAssocID="{C0196DB2-C324-4415-9CC2-A717BCF689A9}" presName="vert1" presStyleCnt="0"/>
      <dgm:spPr/>
    </dgm:pt>
    <dgm:pt modelId="{7370E2C6-D481-4AE6-A226-C8AD5F144BD4}" type="pres">
      <dgm:prSet presAssocID="{45FF58C5-F4A2-49E9-BCA8-9BA8CE4B96F6}" presName="thickLine" presStyleLbl="alignNode1" presStyleIdx="13" presStyleCnt="18"/>
      <dgm:spPr/>
    </dgm:pt>
    <dgm:pt modelId="{294493DE-0AB6-46D9-AD65-DEA4C1D71DE7}" type="pres">
      <dgm:prSet presAssocID="{45FF58C5-F4A2-49E9-BCA8-9BA8CE4B96F6}" presName="horz1" presStyleCnt="0"/>
      <dgm:spPr/>
    </dgm:pt>
    <dgm:pt modelId="{D8A98E01-7305-4CBF-AE1A-8BFE7489C65F}" type="pres">
      <dgm:prSet presAssocID="{45FF58C5-F4A2-49E9-BCA8-9BA8CE4B96F6}" presName="tx1" presStyleLbl="revTx" presStyleIdx="13" presStyleCnt="18"/>
      <dgm:spPr/>
    </dgm:pt>
    <dgm:pt modelId="{22272932-D1AB-4299-8D72-12169AD722EF}" type="pres">
      <dgm:prSet presAssocID="{45FF58C5-F4A2-49E9-BCA8-9BA8CE4B96F6}" presName="vert1" presStyleCnt="0"/>
      <dgm:spPr/>
    </dgm:pt>
    <dgm:pt modelId="{8591F28F-31A0-4D01-BAD1-6DCD2F6A6295}" type="pres">
      <dgm:prSet presAssocID="{ECCFF547-BA28-41E7-818E-9CD49E5DB1C9}" presName="thickLine" presStyleLbl="alignNode1" presStyleIdx="14" presStyleCnt="18"/>
      <dgm:spPr/>
    </dgm:pt>
    <dgm:pt modelId="{6442F615-53CC-4528-824A-B454EC59BFDA}" type="pres">
      <dgm:prSet presAssocID="{ECCFF547-BA28-41E7-818E-9CD49E5DB1C9}" presName="horz1" presStyleCnt="0"/>
      <dgm:spPr/>
    </dgm:pt>
    <dgm:pt modelId="{1441E629-BA5F-4457-94E5-A092CD2617FD}" type="pres">
      <dgm:prSet presAssocID="{ECCFF547-BA28-41E7-818E-9CD49E5DB1C9}" presName="tx1" presStyleLbl="revTx" presStyleIdx="14" presStyleCnt="18"/>
      <dgm:spPr/>
    </dgm:pt>
    <dgm:pt modelId="{63FEBF0E-A920-4D19-9C6A-FC4C2D1681D0}" type="pres">
      <dgm:prSet presAssocID="{ECCFF547-BA28-41E7-818E-9CD49E5DB1C9}" presName="vert1" presStyleCnt="0"/>
      <dgm:spPr/>
    </dgm:pt>
    <dgm:pt modelId="{42907AD2-DE81-4515-A8E1-7AD2860BCF91}" type="pres">
      <dgm:prSet presAssocID="{065ACA33-FE74-42F1-A83B-475E81901697}" presName="thickLine" presStyleLbl="alignNode1" presStyleIdx="15" presStyleCnt="18"/>
      <dgm:spPr/>
    </dgm:pt>
    <dgm:pt modelId="{59AC1BF8-61B6-4862-BE99-36C7C19CD0E7}" type="pres">
      <dgm:prSet presAssocID="{065ACA33-FE74-42F1-A83B-475E81901697}" presName="horz1" presStyleCnt="0"/>
      <dgm:spPr/>
    </dgm:pt>
    <dgm:pt modelId="{56AEE10E-C525-4CC5-BBC4-13E1E4B61A5B}" type="pres">
      <dgm:prSet presAssocID="{065ACA33-FE74-42F1-A83B-475E81901697}" presName="tx1" presStyleLbl="revTx" presStyleIdx="15" presStyleCnt="18"/>
      <dgm:spPr/>
    </dgm:pt>
    <dgm:pt modelId="{D6CD00C7-D064-467C-A36C-4A185D5293D7}" type="pres">
      <dgm:prSet presAssocID="{065ACA33-FE74-42F1-A83B-475E81901697}" presName="vert1" presStyleCnt="0"/>
      <dgm:spPr/>
    </dgm:pt>
    <dgm:pt modelId="{F02CA9A6-0A0A-4E0E-921A-9D2E92C354DA}" type="pres">
      <dgm:prSet presAssocID="{AB6A0CDA-C9FE-4AF5-B4BA-187EB9EF672D}" presName="thickLine" presStyleLbl="alignNode1" presStyleIdx="16" presStyleCnt="18"/>
      <dgm:spPr/>
    </dgm:pt>
    <dgm:pt modelId="{6A534393-CAF6-4D21-AB48-8A0C0154E08E}" type="pres">
      <dgm:prSet presAssocID="{AB6A0CDA-C9FE-4AF5-B4BA-187EB9EF672D}" presName="horz1" presStyleCnt="0"/>
      <dgm:spPr/>
    </dgm:pt>
    <dgm:pt modelId="{796D3E4D-968C-4552-9D7B-72D51218D565}" type="pres">
      <dgm:prSet presAssocID="{AB6A0CDA-C9FE-4AF5-B4BA-187EB9EF672D}" presName="tx1" presStyleLbl="revTx" presStyleIdx="16" presStyleCnt="18"/>
      <dgm:spPr/>
    </dgm:pt>
    <dgm:pt modelId="{26642C62-E198-4E94-AC62-F72A36A15F3C}" type="pres">
      <dgm:prSet presAssocID="{AB6A0CDA-C9FE-4AF5-B4BA-187EB9EF672D}" presName="vert1" presStyleCnt="0"/>
      <dgm:spPr/>
    </dgm:pt>
    <dgm:pt modelId="{C94CC79E-7F0C-4F4E-98B8-E93C2730369E}" type="pres">
      <dgm:prSet presAssocID="{CD9228E6-7C6B-42FA-98A0-C51BBAD00C16}" presName="thickLine" presStyleLbl="alignNode1" presStyleIdx="17" presStyleCnt="18"/>
      <dgm:spPr/>
    </dgm:pt>
    <dgm:pt modelId="{7A7FE344-4B3C-4378-8959-C009402A2E44}" type="pres">
      <dgm:prSet presAssocID="{CD9228E6-7C6B-42FA-98A0-C51BBAD00C16}" presName="horz1" presStyleCnt="0"/>
      <dgm:spPr/>
    </dgm:pt>
    <dgm:pt modelId="{AF1D0CC1-0425-4E77-9FE6-DACF82FA3AF4}" type="pres">
      <dgm:prSet presAssocID="{CD9228E6-7C6B-42FA-98A0-C51BBAD00C16}" presName="tx1" presStyleLbl="revTx" presStyleIdx="17" presStyleCnt="18"/>
      <dgm:spPr/>
    </dgm:pt>
    <dgm:pt modelId="{CD6631BF-F054-4362-8F93-A5C746A57023}" type="pres">
      <dgm:prSet presAssocID="{CD9228E6-7C6B-42FA-98A0-C51BBAD00C16}" presName="vert1" presStyleCnt="0"/>
      <dgm:spPr/>
    </dgm:pt>
  </dgm:ptLst>
  <dgm:cxnLst>
    <dgm:cxn modelId="{85ACDB01-0C4C-48A0-9A8C-3875440B916B}" type="presOf" srcId="{4DB2D2EB-CC6E-4C41-ADB7-ECBF98FFE52D}" destId="{CAF8A2BE-503A-4778-86C5-DE263A98F665}" srcOrd="0" destOrd="0" presId="urn:microsoft.com/office/officeart/2008/layout/LinedList"/>
    <dgm:cxn modelId="{9E768B02-F93F-45DF-B7BA-920E7EB79AF9}" type="presOf" srcId="{065ACA33-FE74-42F1-A83B-475E81901697}" destId="{56AEE10E-C525-4CC5-BBC4-13E1E4B61A5B}" srcOrd="0" destOrd="0" presId="urn:microsoft.com/office/officeart/2008/layout/LinedList"/>
    <dgm:cxn modelId="{611C1A23-7C66-4148-BDEA-1AC83C522210}" srcId="{AE5E35F6-5A08-4F8A-878B-1AD52C761ED7}" destId="{3073FE4C-4655-4B2F-B657-BCE3EFCC3B79}" srcOrd="10" destOrd="0" parTransId="{513F16F0-DE60-44E2-8D42-0791A02C34E5}" sibTransId="{017CB85B-3167-483E-AF21-784C06030E84}"/>
    <dgm:cxn modelId="{AC0D5B32-C842-491B-BB7B-BA5F4DCDCB75}" type="presOf" srcId="{CD9228E6-7C6B-42FA-98A0-C51BBAD00C16}" destId="{AF1D0CC1-0425-4E77-9FE6-DACF82FA3AF4}" srcOrd="0" destOrd="0" presId="urn:microsoft.com/office/officeart/2008/layout/LinedList"/>
    <dgm:cxn modelId="{66BECB3F-D245-4AF7-9B81-A09755C6974A}" type="presOf" srcId="{E956CD87-403B-4015-A096-2D5592634DFF}" destId="{6DD883B1-32CE-4EA6-8E4F-E5D5FF872404}" srcOrd="0" destOrd="0" presId="urn:microsoft.com/office/officeart/2008/layout/LinedList"/>
    <dgm:cxn modelId="{F4C7A040-E8C9-429E-965B-3BF782FC7CB6}" srcId="{AE5E35F6-5A08-4F8A-878B-1AD52C761ED7}" destId="{4DB2D2EB-CC6E-4C41-ADB7-ECBF98FFE52D}" srcOrd="4" destOrd="0" parTransId="{AD5A4150-FCC1-49BC-BB23-241D4E77BD96}" sibTransId="{E4DD46EC-B6DD-472D-BF4C-DDAEAF246F51}"/>
    <dgm:cxn modelId="{1CD7B440-FFCE-433E-869B-3E0CF196260E}" srcId="{AE5E35F6-5A08-4F8A-878B-1AD52C761ED7}" destId="{D969C92F-FD63-4F3D-AE7B-1719090B6BE7}" srcOrd="6" destOrd="0" parTransId="{DE4906E3-A637-44C6-BD53-E9D8162C7540}" sibTransId="{5FAA8700-C11F-41A6-8DF3-C260895A1ED5}"/>
    <dgm:cxn modelId="{6405CF62-B646-47CD-B265-D45B3CA76CE2}" srcId="{AE5E35F6-5A08-4F8A-878B-1AD52C761ED7}" destId="{ECCFF547-BA28-41E7-818E-9CD49E5DB1C9}" srcOrd="14" destOrd="0" parTransId="{6C200ADC-A2BB-4554-AD87-90DED9A1CDF6}" sibTransId="{786D3F7D-2A49-4386-93C8-102B6710A345}"/>
    <dgm:cxn modelId="{63D11645-A736-4E1C-9998-89B766E1F047}" srcId="{AE5E35F6-5A08-4F8A-878B-1AD52C761ED7}" destId="{154B65A2-A75E-47F3-8B88-258D7E2A46CC}" srcOrd="11" destOrd="0" parTransId="{486115B5-3D79-4484-93CE-D70AE5AD8318}" sibTransId="{17092785-3631-4F3E-8267-67FD96211EC4}"/>
    <dgm:cxn modelId="{6C5F6D65-C54B-447F-8E5F-91018920C9BD}" type="presOf" srcId="{AE5E35F6-5A08-4F8A-878B-1AD52C761ED7}" destId="{EB01DDC0-6B16-484C-9296-4163EDBD6AF7}" srcOrd="0" destOrd="0" presId="urn:microsoft.com/office/officeart/2008/layout/LinedList"/>
    <dgm:cxn modelId="{CECC124D-8E5D-42BA-9201-6C50E36898D1}" srcId="{AE5E35F6-5A08-4F8A-878B-1AD52C761ED7}" destId="{FF5BFC7E-3D9F-4362-B98A-AA2C52A8BB23}" srcOrd="8" destOrd="0" parTransId="{1DA7B4E5-BFB4-4DE5-ADFB-AC3921536AD0}" sibTransId="{706A0275-F132-4096-BA51-9CD96108929D}"/>
    <dgm:cxn modelId="{26B45455-9A25-45C7-A5CC-B786DDA37D92}" srcId="{AE5E35F6-5A08-4F8A-878B-1AD52C761ED7}" destId="{CD9228E6-7C6B-42FA-98A0-C51BBAD00C16}" srcOrd="17" destOrd="0" parTransId="{2ECB0B51-E021-445D-9D76-C5AF76EE2A2F}" sibTransId="{594B6881-6ECC-4D86-8E99-3B1DC8FA6EB7}"/>
    <dgm:cxn modelId="{E6898E56-8A9E-43EC-A9B6-6FDCC0E02D97}" type="presOf" srcId="{45FF58C5-F4A2-49E9-BCA8-9BA8CE4B96F6}" destId="{D8A98E01-7305-4CBF-AE1A-8BFE7489C65F}" srcOrd="0" destOrd="0" presId="urn:microsoft.com/office/officeart/2008/layout/LinedList"/>
    <dgm:cxn modelId="{393DC277-5A9A-496D-A984-5953AAC449AC}" srcId="{AE5E35F6-5A08-4F8A-878B-1AD52C761ED7}" destId="{5AAFF683-7556-4F4E-B75B-42A49D9C732C}" srcOrd="7" destOrd="0" parTransId="{F693228B-EEB7-4B07-8FE3-266502F92D92}" sibTransId="{A9C7CE58-8C99-404E-BE59-5A48832B19C2}"/>
    <dgm:cxn modelId="{305EE977-FE43-45DC-B765-3456F7EE7EC2}" type="presOf" srcId="{547FC343-CF11-4147-9ED2-2133BF8F3950}" destId="{35E98B6B-CDD8-47CD-8C8E-C298A99F35AC}" srcOrd="0" destOrd="0" presId="urn:microsoft.com/office/officeart/2008/layout/LinedList"/>
    <dgm:cxn modelId="{8826C878-04A3-4911-B5E2-377A8D1F37C5}" srcId="{AE5E35F6-5A08-4F8A-878B-1AD52C761ED7}" destId="{DBE614E3-BFC3-4B02-A4D2-F3988FCC9325}" srcOrd="5" destOrd="0" parTransId="{7CE8503B-3E9B-4121-B31B-A29DA3F53A1A}" sibTransId="{0CE68D3A-E78E-427E-A1A2-5E527AE74564}"/>
    <dgm:cxn modelId="{048FB659-360C-464B-8B03-A57EDAC2FC3E}" srcId="{AE5E35F6-5A08-4F8A-878B-1AD52C761ED7}" destId="{32C26AF9-A0F6-4E1F-8B38-CEE37D8E8373}" srcOrd="1" destOrd="0" parTransId="{B923E635-857D-4FEC-A5A8-8DC7748B0E94}" sibTransId="{A56D4798-1AE0-43B7-ABAA-126E95E64D19}"/>
    <dgm:cxn modelId="{C316178A-06C4-4A96-B970-2A5952DFFE75}" srcId="{AE5E35F6-5A08-4F8A-878B-1AD52C761ED7}" destId="{C0196DB2-C324-4415-9CC2-A717BCF689A9}" srcOrd="12" destOrd="0" parTransId="{525A0DEE-70D6-4565-B451-EF25AB92A970}" sibTransId="{F4CC6BC8-354C-4097-99B3-A719030206E2}"/>
    <dgm:cxn modelId="{57EF2091-E9D9-4EA3-9DF2-94FC755E0AA9}" type="presOf" srcId="{C0196DB2-C324-4415-9CC2-A717BCF689A9}" destId="{0E31EDDB-2187-4124-BC64-A95AA16AA0B1}" srcOrd="0" destOrd="0" presId="urn:microsoft.com/office/officeart/2008/layout/LinedList"/>
    <dgm:cxn modelId="{FB67DE94-467A-4C44-8E8F-EB415953264F}" srcId="{AE5E35F6-5A08-4F8A-878B-1AD52C761ED7}" destId="{E956CD87-403B-4015-A096-2D5592634DFF}" srcOrd="0" destOrd="0" parTransId="{2649A8BC-D8AD-47C2-A486-F959FB26DB49}" sibTransId="{675114BE-7257-4399-ABA2-15C22BFC2AA3}"/>
    <dgm:cxn modelId="{94144E9B-88C2-42FF-85CD-713459A4E857}" type="presOf" srcId="{DBE614E3-BFC3-4B02-A4D2-F3988FCC9325}" destId="{2D535488-E729-49E5-90AA-55FA8EF6FDC1}" srcOrd="0" destOrd="0" presId="urn:microsoft.com/office/officeart/2008/layout/LinedList"/>
    <dgm:cxn modelId="{FDA01D9D-6781-4CA8-B96D-657FCBA032F2}" type="presOf" srcId="{3073FE4C-4655-4B2F-B657-BCE3EFCC3B79}" destId="{572C34AE-6D5E-416B-835A-855F5878A77F}" srcOrd="0" destOrd="0" presId="urn:microsoft.com/office/officeart/2008/layout/LinedList"/>
    <dgm:cxn modelId="{B4C0A8A3-9C3F-4FB5-9180-90BFEFFA6753}" type="presOf" srcId="{5AAFF683-7556-4F4E-B75B-42A49D9C732C}" destId="{57821278-EE73-4CC5-AFCC-53BD93449F30}" srcOrd="0" destOrd="0" presId="urn:microsoft.com/office/officeart/2008/layout/LinedList"/>
    <dgm:cxn modelId="{31A604A4-F70A-445A-A9F2-1BC152CEBFF7}" srcId="{AE5E35F6-5A08-4F8A-878B-1AD52C761ED7}" destId="{45FF58C5-F4A2-49E9-BCA8-9BA8CE4B96F6}" srcOrd="13" destOrd="0" parTransId="{EF23FEBB-D5C5-44AD-A4FB-0F288C707DE0}" sibTransId="{CA8741BC-4ED3-4BBD-805B-0A0AB6AEA6FA}"/>
    <dgm:cxn modelId="{BE1939B2-2136-43CF-A6D4-73473B244BB7}" type="presOf" srcId="{AB6A0CDA-C9FE-4AF5-B4BA-187EB9EF672D}" destId="{796D3E4D-968C-4552-9D7B-72D51218D565}" srcOrd="0" destOrd="0" presId="urn:microsoft.com/office/officeart/2008/layout/LinedList"/>
    <dgm:cxn modelId="{042A6BC0-3BDC-4713-BF7A-DDE5E50E04EB}" type="presOf" srcId="{32C26AF9-A0F6-4E1F-8B38-CEE37D8E8373}" destId="{A8F88B06-368F-466B-8C59-F28E67B05F4A}" srcOrd="0" destOrd="0" presId="urn:microsoft.com/office/officeart/2008/layout/LinedList"/>
    <dgm:cxn modelId="{8109EDC5-E9E4-4CF6-A9A3-C87BF33ADCDF}" type="presOf" srcId="{645392DD-94E6-41F0-9C48-AFA075B2A452}" destId="{14037CB3-0A7F-4055-BB27-C73A13F4D9D6}" srcOrd="0" destOrd="0" presId="urn:microsoft.com/office/officeart/2008/layout/LinedList"/>
    <dgm:cxn modelId="{03B788C7-9D83-4CFC-8295-8902C5994A0D}" type="presOf" srcId="{154B65A2-A75E-47F3-8B88-258D7E2A46CC}" destId="{B32E8FAD-4CF9-4D1F-B695-D19D1DC1A1A0}" srcOrd="0" destOrd="0" presId="urn:microsoft.com/office/officeart/2008/layout/LinedList"/>
    <dgm:cxn modelId="{D176D7CE-AEED-49E7-AA64-D462F319CF2A}" srcId="{AE5E35F6-5A08-4F8A-878B-1AD52C761ED7}" destId="{47C424F1-81A3-48ED-8607-36B896CBF342}" srcOrd="9" destOrd="0" parTransId="{B8321DC2-7827-424A-BC46-CA29B6361046}" sibTransId="{AFFAFAED-6424-43E8-9CCD-DD0D5EB99BDC}"/>
    <dgm:cxn modelId="{6D93D0CF-0A86-4BD2-B8B3-036DBD157FFB}" srcId="{AE5E35F6-5A08-4F8A-878B-1AD52C761ED7}" destId="{547FC343-CF11-4147-9ED2-2133BF8F3950}" srcOrd="2" destOrd="0" parTransId="{B3A79D52-DE43-4EBE-A300-90B2559362D2}" sibTransId="{41728888-82D2-42B7-9B4E-B96B17D88AA3}"/>
    <dgm:cxn modelId="{E25A1BD8-F893-49DF-A158-E3A519A35AA2}" type="presOf" srcId="{47C424F1-81A3-48ED-8607-36B896CBF342}" destId="{3EB4E1B9-E108-4AF9-B0F5-DF205C89755A}" srcOrd="0" destOrd="0" presId="urn:microsoft.com/office/officeart/2008/layout/LinedList"/>
    <dgm:cxn modelId="{A38862E3-11E3-498E-BF10-24BBE1AE613D}" type="presOf" srcId="{ECCFF547-BA28-41E7-818E-9CD49E5DB1C9}" destId="{1441E629-BA5F-4457-94E5-A092CD2617FD}" srcOrd="0" destOrd="0" presId="urn:microsoft.com/office/officeart/2008/layout/LinedList"/>
    <dgm:cxn modelId="{AEEDE6E5-6F0D-4640-A20F-71D8E5B432D7}" srcId="{AE5E35F6-5A08-4F8A-878B-1AD52C761ED7}" destId="{065ACA33-FE74-42F1-A83B-475E81901697}" srcOrd="15" destOrd="0" parTransId="{E50534C4-DEBA-4800-AFF6-EFEE394F29D1}" sibTransId="{582390D5-7149-43F5-93EF-59D39EE91A37}"/>
    <dgm:cxn modelId="{0BEE4DE9-E96D-4932-A2F3-255B2108F59E}" type="presOf" srcId="{D969C92F-FD63-4F3D-AE7B-1719090B6BE7}" destId="{9054560A-6D4C-4544-845F-F5C1071C064A}" srcOrd="0" destOrd="0" presId="urn:microsoft.com/office/officeart/2008/layout/LinedList"/>
    <dgm:cxn modelId="{5DB63CED-E0B3-4563-83DC-B460E83308EF}" srcId="{AE5E35F6-5A08-4F8A-878B-1AD52C761ED7}" destId="{645392DD-94E6-41F0-9C48-AFA075B2A452}" srcOrd="3" destOrd="0" parTransId="{AC3774B4-1843-4B09-B15C-8B5217A789CC}" sibTransId="{34EBB3C9-83B1-4754-906A-A7A0156DDE80}"/>
    <dgm:cxn modelId="{762BA8EF-9FDC-43D7-AFD0-EA2C22AF45BD}" type="presOf" srcId="{FF5BFC7E-3D9F-4362-B98A-AA2C52A8BB23}" destId="{911AB730-4AB6-4CA2-AB64-2DF16CE6F20E}" srcOrd="0" destOrd="0" presId="urn:microsoft.com/office/officeart/2008/layout/LinedList"/>
    <dgm:cxn modelId="{0622E0FB-4816-4577-982E-0AE1F06877D4}" srcId="{AE5E35F6-5A08-4F8A-878B-1AD52C761ED7}" destId="{AB6A0CDA-C9FE-4AF5-B4BA-187EB9EF672D}" srcOrd="16" destOrd="0" parTransId="{67660E15-2044-4669-84A2-074966F0E62A}" sibTransId="{232E38BD-B797-4217-8AAA-CB6D14D69F3E}"/>
    <dgm:cxn modelId="{AED927A4-E767-41B3-A4BD-127361EE5106}" type="presParOf" srcId="{EB01DDC0-6B16-484C-9296-4163EDBD6AF7}" destId="{79EDE1DE-6A80-4324-A379-805F9F8700AA}" srcOrd="0" destOrd="0" presId="urn:microsoft.com/office/officeart/2008/layout/LinedList"/>
    <dgm:cxn modelId="{F953F6CC-58D3-4329-94E8-6A849A2641ED}" type="presParOf" srcId="{EB01DDC0-6B16-484C-9296-4163EDBD6AF7}" destId="{9417E902-9267-497D-8688-D55C322A868C}" srcOrd="1" destOrd="0" presId="urn:microsoft.com/office/officeart/2008/layout/LinedList"/>
    <dgm:cxn modelId="{F07ADCE7-73BA-491C-9650-CCEE6B74BE5F}" type="presParOf" srcId="{9417E902-9267-497D-8688-D55C322A868C}" destId="{6DD883B1-32CE-4EA6-8E4F-E5D5FF872404}" srcOrd="0" destOrd="0" presId="urn:microsoft.com/office/officeart/2008/layout/LinedList"/>
    <dgm:cxn modelId="{69C4DE35-7FDB-4896-8AF2-88970BC0B53A}" type="presParOf" srcId="{9417E902-9267-497D-8688-D55C322A868C}" destId="{3D3C40CD-79A6-41DA-BE35-AE8716284369}" srcOrd="1" destOrd="0" presId="urn:microsoft.com/office/officeart/2008/layout/LinedList"/>
    <dgm:cxn modelId="{BBA4BA33-C8F7-4012-BDEE-B9299510289F}" type="presParOf" srcId="{EB01DDC0-6B16-484C-9296-4163EDBD6AF7}" destId="{BD4A5B5D-E54B-405E-96D9-405200BAC6F3}" srcOrd="2" destOrd="0" presId="urn:microsoft.com/office/officeart/2008/layout/LinedList"/>
    <dgm:cxn modelId="{AF185DDD-EC93-4B6A-B9CD-BF9876DE579A}" type="presParOf" srcId="{EB01DDC0-6B16-484C-9296-4163EDBD6AF7}" destId="{3F5A4210-1E29-486C-91C5-A44CC3FCE0C1}" srcOrd="3" destOrd="0" presId="urn:microsoft.com/office/officeart/2008/layout/LinedList"/>
    <dgm:cxn modelId="{E4809545-AEF9-4735-94BB-FD8EE4ED6D0D}" type="presParOf" srcId="{3F5A4210-1E29-486C-91C5-A44CC3FCE0C1}" destId="{A8F88B06-368F-466B-8C59-F28E67B05F4A}" srcOrd="0" destOrd="0" presId="urn:microsoft.com/office/officeart/2008/layout/LinedList"/>
    <dgm:cxn modelId="{680CDEF5-79D1-4AB5-A5EA-176C449A19B1}" type="presParOf" srcId="{3F5A4210-1E29-486C-91C5-A44CC3FCE0C1}" destId="{8E52E9C3-199F-4696-B6D1-81163BDED469}" srcOrd="1" destOrd="0" presId="urn:microsoft.com/office/officeart/2008/layout/LinedList"/>
    <dgm:cxn modelId="{D867ACCA-8237-4282-8360-5AD436E26C1A}" type="presParOf" srcId="{EB01DDC0-6B16-484C-9296-4163EDBD6AF7}" destId="{8F745FF6-F43C-4250-9BFA-CF67EC191245}" srcOrd="4" destOrd="0" presId="urn:microsoft.com/office/officeart/2008/layout/LinedList"/>
    <dgm:cxn modelId="{D95DF7BE-24E5-440E-A54B-89094C41B1BE}" type="presParOf" srcId="{EB01DDC0-6B16-484C-9296-4163EDBD6AF7}" destId="{BCEF7A40-9C5E-46B5-96CB-BC34FB47C4B3}" srcOrd="5" destOrd="0" presId="urn:microsoft.com/office/officeart/2008/layout/LinedList"/>
    <dgm:cxn modelId="{44B333F2-E793-4C52-907C-ED8B57748B9A}" type="presParOf" srcId="{BCEF7A40-9C5E-46B5-96CB-BC34FB47C4B3}" destId="{35E98B6B-CDD8-47CD-8C8E-C298A99F35AC}" srcOrd="0" destOrd="0" presId="urn:microsoft.com/office/officeart/2008/layout/LinedList"/>
    <dgm:cxn modelId="{EAAA0990-44CF-4C91-B7EE-7845F3BEB247}" type="presParOf" srcId="{BCEF7A40-9C5E-46B5-96CB-BC34FB47C4B3}" destId="{AB64AD34-54B8-4083-AFC4-90C2A20F03C1}" srcOrd="1" destOrd="0" presId="urn:microsoft.com/office/officeart/2008/layout/LinedList"/>
    <dgm:cxn modelId="{54794503-670B-4559-84E4-D0C60A4D78D3}" type="presParOf" srcId="{EB01DDC0-6B16-484C-9296-4163EDBD6AF7}" destId="{7C93FC28-AAED-43BB-8157-536DFFFC5B10}" srcOrd="6" destOrd="0" presId="urn:microsoft.com/office/officeart/2008/layout/LinedList"/>
    <dgm:cxn modelId="{DFF5A154-05DD-4FD1-9D28-D74B1D0B9D1B}" type="presParOf" srcId="{EB01DDC0-6B16-484C-9296-4163EDBD6AF7}" destId="{A8DB5DC2-9C06-4515-9EC1-DECE9B83A204}" srcOrd="7" destOrd="0" presId="urn:microsoft.com/office/officeart/2008/layout/LinedList"/>
    <dgm:cxn modelId="{8795BB0A-0B0F-4F18-8914-D20648CE5927}" type="presParOf" srcId="{A8DB5DC2-9C06-4515-9EC1-DECE9B83A204}" destId="{14037CB3-0A7F-4055-BB27-C73A13F4D9D6}" srcOrd="0" destOrd="0" presId="urn:microsoft.com/office/officeart/2008/layout/LinedList"/>
    <dgm:cxn modelId="{3957462C-A1A7-414D-AC20-BF84020CD3DF}" type="presParOf" srcId="{A8DB5DC2-9C06-4515-9EC1-DECE9B83A204}" destId="{8029E1ED-040D-4CDE-8FF1-FC2273655459}" srcOrd="1" destOrd="0" presId="urn:microsoft.com/office/officeart/2008/layout/LinedList"/>
    <dgm:cxn modelId="{0ED4140F-45FF-4FA7-BDAD-02A7802CC423}" type="presParOf" srcId="{EB01DDC0-6B16-484C-9296-4163EDBD6AF7}" destId="{783A41B4-C0F5-4A0E-88F3-9B7189108F34}" srcOrd="8" destOrd="0" presId="urn:microsoft.com/office/officeart/2008/layout/LinedList"/>
    <dgm:cxn modelId="{28118BEE-EDBE-40FF-9850-C55CC9A8F4EA}" type="presParOf" srcId="{EB01DDC0-6B16-484C-9296-4163EDBD6AF7}" destId="{44B9BCA2-411D-477C-A9C1-364BBD7CB0B1}" srcOrd="9" destOrd="0" presId="urn:microsoft.com/office/officeart/2008/layout/LinedList"/>
    <dgm:cxn modelId="{37881A4C-FDF8-4D73-8407-BF3245129DE2}" type="presParOf" srcId="{44B9BCA2-411D-477C-A9C1-364BBD7CB0B1}" destId="{CAF8A2BE-503A-4778-86C5-DE263A98F665}" srcOrd="0" destOrd="0" presId="urn:microsoft.com/office/officeart/2008/layout/LinedList"/>
    <dgm:cxn modelId="{8F7238D7-24B5-4BC1-80C3-BFD89727347B}" type="presParOf" srcId="{44B9BCA2-411D-477C-A9C1-364BBD7CB0B1}" destId="{A0D5ACF5-91C6-4E60-8A72-E3F072442F04}" srcOrd="1" destOrd="0" presId="urn:microsoft.com/office/officeart/2008/layout/LinedList"/>
    <dgm:cxn modelId="{02FDFDD9-7585-46E3-89A8-4C7E507E55B5}" type="presParOf" srcId="{EB01DDC0-6B16-484C-9296-4163EDBD6AF7}" destId="{36184C55-FCAB-492C-AFF7-92493B253F12}" srcOrd="10" destOrd="0" presId="urn:microsoft.com/office/officeart/2008/layout/LinedList"/>
    <dgm:cxn modelId="{89842A0C-49C1-4467-9C01-928667973091}" type="presParOf" srcId="{EB01DDC0-6B16-484C-9296-4163EDBD6AF7}" destId="{37164255-E264-44CF-B2F7-EDFF83CD5A79}" srcOrd="11" destOrd="0" presId="urn:microsoft.com/office/officeart/2008/layout/LinedList"/>
    <dgm:cxn modelId="{F79CD738-0D78-4707-AAED-9794AF32DD79}" type="presParOf" srcId="{37164255-E264-44CF-B2F7-EDFF83CD5A79}" destId="{2D535488-E729-49E5-90AA-55FA8EF6FDC1}" srcOrd="0" destOrd="0" presId="urn:microsoft.com/office/officeart/2008/layout/LinedList"/>
    <dgm:cxn modelId="{C01A0341-C394-4AEE-8B61-15E0D6E8F954}" type="presParOf" srcId="{37164255-E264-44CF-B2F7-EDFF83CD5A79}" destId="{404F366B-F153-452A-86AD-24D5CAD6529F}" srcOrd="1" destOrd="0" presId="urn:microsoft.com/office/officeart/2008/layout/LinedList"/>
    <dgm:cxn modelId="{1BAFB129-DBC7-477C-9BA9-359CF4FB760A}" type="presParOf" srcId="{EB01DDC0-6B16-484C-9296-4163EDBD6AF7}" destId="{EED5AC1B-316B-443B-8356-B20ADC4E6762}" srcOrd="12" destOrd="0" presId="urn:microsoft.com/office/officeart/2008/layout/LinedList"/>
    <dgm:cxn modelId="{6BC44F0B-35C8-49C6-8F41-0E0CBEA8D567}" type="presParOf" srcId="{EB01DDC0-6B16-484C-9296-4163EDBD6AF7}" destId="{F44C8E70-1995-490D-AA50-9AD3F11A9909}" srcOrd="13" destOrd="0" presId="urn:microsoft.com/office/officeart/2008/layout/LinedList"/>
    <dgm:cxn modelId="{CACE8694-4DEF-4943-A89A-6828A0B3E48B}" type="presParOf" srcId="{F44C8E70-1995-490D-AA50-9AD3F11A9909}" destId="{9054560A-6D4C-4544-845F-F5C1071C064A}" srcOrd="0" destOrd="0" presId="urn:microsoft.com/office/officeart/2008/layout/LinedList"/>
    <dgm:cxn modelId="{D0A533BA-2F7E-4B9B-960D-695890066DAC}" type="presParOf" srcId="{F44C8E70-1995-490D-AA50-9AD3F11A9909}" destId="{D5B8AC16-8A57-49CD-8DB7-459C46399313}" srcOrd="1" destOrd="0" presId="urn:microsoft.com/office/officeart/2008/layout/LinedList"/>
    <dgm:cxn modelId="{2E1901D0-91A3-4A87-A16A-FFBC3D5DEC2E}" type="presParOf" srcId="{EB01DDC0-6B16-484C-9296-4163EDBD6AF7}" destId="{5F0D94F2-98EE-4443-841D-68D42B83B582}" srcOrd="14" destOrd="0" presId="urn:microsoft.com/office/officeart/2008/layout/LinedList"/>
    <dgm:cxn modelId="{3C2773C3-7FCC-4F76-ADD5-A9D248A7AE31}" type="presParOf" srcId="{EB01DDC0-6B16-484C-9296-4163EDBD6AF7}" destId="{C3CFE14E-139A-4FDE-9A57-AB385781A7E4}" srcOrd="15" destOrd="0" presId="urn:microsoft.com/office/officeart/2008/layout/LinedList"/>
    <dgm:cxn modelId="{165C7407-8AC4-48B2-9AF0-33B053F59893}" type="presParOf" srcId="{C3CFE14E-139A-4FDE-9A57-AB385781A7E4}" destId="{57821278-EE73-4CC5-AFCC-53BD93449F30}" srcOrd="0" destOrd="0" presId="urn:microsoft.com/office/officeart/2008/layout/LinedList"/>
    <dgm:cxn modelId="{85D04726-770F-4A66-8A37-AFF1E1B824F9}" type="presParOf" srcId="{C3CFE14E-139A-4FDE-9A57-AB385781A7E4}" destId="{2DBD0D0A-C1A3-44ED-9D84-D8621922E647}" srcOrd="1" destOrd="0" presId="urn:microsoft.com/office/officeart/2008/layout/LinedList"/>
    <dgm:cxn modelId="{1DC8B117-D45E-4FEB-87BB-D847A3A96B79}" type="presParOf" srcId="{EB01DDC0-6B16-484C-9296-4163EDBD6AF7}" destId="{930B1593-4A7D-4793-A2A0-0181DEDF87D3}" srcOrd="16" destOrd="0" presId="urn:microsoft.com/office/officeart/2008/layout/LinedList"/>
    <dgm:cxn modelId="{FE36D5BF-22C1-4D2F-9AD7-E13F22204A49}" type="presParOf" srcId="{EB01DDC0-6B16-484C-9296-4163EDBD6AF7}" destId="{806EB414-8C8E-422A-B05D-D262AC86CFEE}" srcOrd="17" destOrd="0" presId="urn:microsoft.com/office/officeart/2008/layout/LinedList"/>
    <dgm:cxn modelId="{457755AF-6160-4213-973A-6C31847F8CE5}" type="presParOf" srcId="{806EB414-8C8E-422A-B05D-D262AC86CFEE}" destId="{911AB730-4AB6-4CA2-AB64-2DF16CE6F20E}" srcOrd="0" destOrd="0" presId="urn:microsoft.com/office/officeart/2008/layout/LinedList"/>
    <dgm:cxn modelId="{00C1D521-E6B7-4402-AA95-7C06CEFA0AF3}" type="presParOf" srcId="{806EB414-8C8E-422A-B05D-D262AC86CFEE}" destId="{B0BEDC50-8354-4913-A5BD-1832A1A22CB2}" srcOrd="1" destOrd="0" presId="urn:microsoft.com/office/officeart/2008/layout/LinedList"/>
    <dgm:cxn modelId="{67535560-8D16-4670-A339-629E18664CB8}" type="presParOf" srcId="{EB01DDC0-6B16-484C-9296-4163EDBD6AF7}" destId="{5D626457-C3FB-41E4-A0CE-5D74F4EE9FB6}" srcOrd="18" destOrd="0" presId="urn:microsoft.com/office/officeart/2008/layout/LinedList"/>
    <dgm:cxn modelId="{E8B43B76-72FC-4F3D-937A-EA0C6640E7DD}" type="presParOf" srcId="{EB01DDC0-6B16-484C-9296-4163EDBD6AF7}" destId="{233076E1-ED06-48F0-8C51-20B1C266E788}" srcOrd="19" destOrd="0" presId="urn:microsoft.com/office/officeart/2008/layout/LinedList"/>
    <dgm:cxn modelId="{FCFFFD51-5B0E-454C-9016-BEC2B170B5C7}" type="presParOf" srcId="{233076E1-ED06-48F0-8C51-20B1C266E788}" destId="{3EB4E1B9-E108-4AF9-B0F5-DF205C89755A}" srcOrd="0" destOrd="0" presId="urn:microsoft.com/office/officeart/2008/layout/LinedList"/>
    <dgm:cxn modelId="{C9F52205-7D88-4EB5-A4B4-D32F2F5EC802}" type="presParOf" srcId="{233076E1-ED06-48F0-8C51-20B1C266E788}" destId="{7C00FCB7-11E5-41EE-BE15-803DBD193062}" srcOrd="1" destOrd="0" presId="urn:microsoft.com/office/officeart/2008/layout/LinedList"/>
    <dgm:cxn modelId="{BA8D6733-D1B8-4F71-BE4A-DF525F8AA890}" type="presParOf" srcId="{EB01DDC0-6B16-484C-9296-4163EDBD6AF7}" destId="{46EB693D-2ADF-4C2D-99AC-151B45EA2B55}" srcOrd="20" destOrd="0" presId="urn:microsoft.com/office/officeart/2008/layout/LinedList"/>
    <dgm:cxn modelId="{88AB5CF4-AED8-49D5-B2AE-A49EF6D91B15}" type="presParOf" srcId="{EB01DDC0-6B16-484C-9296-4163EDBD6AF7}" destId="{531FF43A-A0BD-4C2F-B6C0-D7DE96A1B386}" srcOrd="21" destOrd="0" presId="urn:microsoft.com/office/officeart/2008/layout/LinedList"/>
    <dgm:cxn modelId="{8BFB31BC-935C-4469-B3C8-667E37FBDAFB}" type="presParOf" srcId="{531FF43A-A0BD-4C2F-B6C0-D7DE96A1B386}" destId="{572C34AE-6D5E-416B-835A-855F5878A77F}" srcOrd="0" destOrd="0" presId="urn:microsoft.com/office/officeart/2008/layout/LinedList"/>
    <dgm:cxn modelId="{4958A6F2-CA3A-4F77-AC0F-FDC3C637A733}" type="presParOf" srcId="{531FF43A-A0BD-4C2F-B6C0-D7DE96A1B386}" destId="{71CDB69C-215D-4B67-B418-32A1B80E893E}" srcOrd="1" destOrd="0" presId="urn:microsoft.com/office/officeart/2008/layout/LinedList"/>
    <dgm:cxn modelId="{4629CBAA-ACCA-4BD2-8137-5EBE3C62911D}" type="presParOf" srcId="{EB01DDC0-6B16-484C-9296-4163EDBD6AF7}" destId="{7C9FEA83-4E37-4651-81B9-86D6722E3A95}" srcOrd="22" destOrd="0" presId="urn:microsoft.com/office/officeart/2008/layout/LinedList"/>
    <dgm:cxn modelId="{11FD3768-B2F5-4B37-B566-34B78E5474B8}" type="presParOf" srcId="{EB01DDC0-6B16-484C-9296-4163EDBD6AF7}" destId="{DCAF698D-50C6-4804-A2FC-522960BD8005}" srcOrd="23" destOrd="0" presId="urn:microsoft.com/office/officeart/2008/layout/LinedList"/>
    <dgm:cxn modelId="{2CF98659-4CC7-41C2-A446-1341159B91FB}" type="presParOf" srcId="{DCAF698D-50C6-4804-A2FC-522960BD8005}" destId="{B32E8FAD-4CF9-4D1F-B695-D19D1DC1A1A0}" srcOrd="0" destOrd="0" presId="urn:microsoft.com/office/officeart/2008/layout/LinedList"/>
    <dgm:cxn modelId="{41665057-1438-471D-9CA8-9D50D4D50800}" type="presParOf" srcId="{DCAF698D-50C6-4804-A2FC-522960BD8005}" destId="{F251320A-D049-4965-A9C0-03CBBF57ED0B}" srcOrd="1" destOrd="0" presId="urn:microsoft.com/office/officeart/2008/layout/LinedList"/>
    <dgm:cxn modelId="{60156051-386C-4CC1-9EC5-15ACB218E9C6}" type="presParOf" srcId="{EB01DDC0-6B16-484C-9296-4163EDBD6AF7}" destId="{6FB86EE2-8477-4613-A1D8-7D1195D90EFD}" srcOrd="24" destOrd="0" presId="urn:microsoft.com/office/officeart/2008/layout/LinedList"/>
    <dgm:cxn modelId="{6615A040-771D-45D9-A00F-1189BCED8241}" type="presParOf" srcId="{EB01DDC0-6B16-484C-9296-4163EDBD6AF7}" destId="{5A92EC59-B753-4EC5-9227-06585C3B41FC}" srcOrd="25" destOrd="0" presId="urn:microsoft.com/office/officeart/2008/layout/LinedList"/>
    <dgm:cxn modelId="{A3C0AC45-EEA4-41B8-891A-EF25ED6A86D1}" type="presParOf" srcId="{5A92EC59-B753-4EC5-9227-06585C3B41FC}" destId="{0E31EDDB-2187-4124-BC64-A95AA16AA0B1}" srcOrd="0" destOrd="0" presId="urn:microsoft.com/office/officeart/2008/layout/LinedList"/>
    <dgm:cxn modelId="{22F5BA3B-5FEA-4603-9C35-A8538C51CA7A}" type="presParOf" srcId="{5A92EC59-B753-4EC5-9227-06585C3B41FC}" destId="{0B3D5DF3-0C44-43E2-B5D4-0A5312C51EA2}" srcOrd="1" destOrd="0" presId="urn:microsoft.com/office/officeart/2008/layout/LinedList"/>
    <dgm:cxn modelId="{72E5E049-0AC6-4A22-98E4-135213FA86C0}" type="presParOf" srcId="{EB01DDC0-6B16-484C-9296-4163EDBD6AF7}" destId="{7370E2C6-D481-4AE6-A226-C8AD5F144BD4}" srcOrd="26" destOrd="0" presId="urn:microsoft.com/office/officeart/2008/layout/LinedList"/>
    <dgm:cxn modelId="{D3525C8C-B263-4E9D-90F6-D2CBD8E129D3}" type="presParOf" srcId="{EB01DDC0-6B16-484C-9296-4163EDBD6AF7}" destId="{294493DE-0AB6-46D9-AD65-DEA4C1D71DE7}" srcOrd="27" destOrd="0" presId="urn:microsoft.com/office/officeart/2008/layout/LinedList"/>
    <dgm:cxn modelId="{5BE8A448-7591-49AB-AF12-E509374EB40C}" type="presParOf" srcId="{294493DE-0AB6-46D9-AD65-DEA4C1D71DE7}" destId="{D8A98E01-7305-4CBF-AE1A-8BFE7489C65F}" srcOrd="0" destOrd="0" presId="urn:microsoft.com/office/officeart/2008/layout/LinedList"/>
    <dgm:cxn modelId="{FC3EAA8B-F15D-47CA-AC3A-FC71EEF08C1C}" type="presParOf" srcId="{294493DE-0AB6-46D9-AD65-DEA4C1D71DE7}" destId="{22272932-D1AB-4299-8D72-12169AD722EF}" srcOrd="1" destOrd="0" presId="urn:microsoft.com/office/officeart/2008/layout/LinedList"/>
    <dgm:cxn modelId="{9AF2EDAB-6C27-4FFF-9BCE-CE5C9F6DA863}" type="presParOf" srcId="{EB01DDC0-6B16-484C-9296-4163EDBD6AF7}" destId="{8591F28F-31A0-4D01-BAD1-6DCD2F6A6295}" srcOrd="28" destOrd="0" presId="urn:microsoft.com/office/officeart/2008/layout/LinedList"/>
    <dgm:cxn modelId="{6D39DD6A-D44B-428F-92BA-698B2C5AE02C}" type="presParOf" srcId="{EB01DDC0-6B16-484C-9296-4163EDBD6AF7}" destId="{6442F615-53CC-4528-824A-B454EC59BFDA}" srcOrd="29" destOrd="0" presId="urn:microsoft.com/office/officeart/2008/layout/LinedList"/>
    <dgm:cxn modelId="{620CE9A9-0E87-4DE7-BF36-5EB025392694}" type="presParOf" srcId="{6442F615-53CC-4528-824A-B454EC59BFDA}" destId="{1441E629-BA5F-4457-94E5-A092CD2617FD}" srcOrd="0" destOrd="0" presId="urn:microsoft.com/office/officeart/2008/layout/LinedList"/>
    <dgm:cxn modelId="{5C90A05B-B73D-4A63-94C8-D0FCC50820BB}" type="presParOf" srcId="{6442F615-53CC-4528-824A-B454EC59BFDA}" destId="{63FEBF0E-A920-4D19-9C6A-FC4C2D1681D0}" srcOrd="1" destOrd="0" presId="urn:microsoft.com/office/officeart/2008/layout/LinedList"/>
    <dgm:cxn modelId="{A1F3126F-922E-4F74-957A-1434F7088765}" type="presParOf" srcId="{EB01DDC0-6B16-484C-9296-4163EDBD6AF7}" destId="{42907AD2-DE81-4515-A8E1-7AD2860BCF91}" srcOrd="30" destOrd="0" presId="urn:microsoft.com/office/officeart/2008/layout/LinedList"/>
    <dgm:cxn modelId="{E257A375-9FB9-4786-BD71-BF176E9E6A67}" type="presParOf" srcId="{EB01DDC0-6B16-484C-9296-4163EDBD6AF7}" destId="{59AC1BF8-61B6-4862-BE99-36C7C19CD0E7}" srcOrd="31" destOrd="0" presId="urn:microsoft.com/office/officeart/2008/layout/LinedList"/>
    <dgm:cxn modelId="{776A12B7-FEC0-4BDA-90F5-4DD2A4859825}" type="presParOf" srcId="{59AC1BF8-61B6-4862-BE99-36C7C19CD0E7}" destId="{56AEE10E-C525-4CC5-BBC4-13E1E4B61A5B}" srcOrd="0" destOrd="0" presId="urn:microsoft.com/office/officeart/2008/layout/LinedList"/>
    <dgm:cxn modelId="{81F5BC48-0A77-4099-B5B2-9D92D7611AEA}" type="presParOf" srcId="{59AC1BF8-61B6-4862-BE99-36C7C19CD0E7}" destId="{D6CD00C7-D064-467C-A36C-4A185D5293D7}" srcOrd="1" destOrd="0" presId="urn:microsoft.com/office/officeart/2008/layout/LinedList"/>
    <dgm:cxn modelId="{8A4D9D2F-0231-4369-AC91-26D313F69142}" type="presParOf" srcId="{EB01DDC0-6B16-484C-9296-4163EDBD6AF7}" destId="{F02CA9A6-0A0A-4E0E-921A-9D2E92C354DA}" srcOrd="32" destOrd="0" presId="urn:microsoft.com/office/officeart/2008/layout/LinedList"/>
    <dgm:cxn modelId="{8DBC2A46-C9E9-4B91-AC23-F39B5F977722}" type="presParOf" srcId="{EB01DDC0-6B16-484C-9296-4163EDBD6AF7}" destId="{6A534393-CAF6-4D21-AB48-8A0C0154E08E}" srcOrd="33" destOrd="0" presId="urn:microsoft.com/office/officeart/2008/layout/LinedList"/>
    <dgm:cxn modelId="{C922DCDE-DC9D-4BE6-9B07-6AC28532E3E0}" type="presParOf" srcId="{6A534393-CAF6-4D21-AB48-8A0C0154E08E}" destId="{796D3E4D-968C-4552-9D7B-72D51218D565}" srcOrd="0" destOrd="0" presId="urn:microsoft.com/office/officeart/2008/layout/LinedList"/>
    <dgm:cxn modelId="{BD90E601-8FA0-40CF-9AEC-D35FE14DA08F}" type="presParOf" srcId="{6A534393-CAF6-4D21-AB48-8A0C0154E08E}" destId="{26642C62-E198-4E94-AC62-F72A36A15F3C}" srcOrd="1" destOrd="0" presId="urn:microsoft.com/office/officeart/2008/layout/LinedList"/>
    <dgm:cxn modelId="{BAB36F5C-B8A1-4E2C-A01B-6B52913ACC3F}" type="presParOf" srcId="{EB01DDC0-6B16-484C-9296-4163EDBD6AF7}" destId="{C94CC79E-7F0C-4F4E-98B8-E93C2730369E}" srcOrd="34" destOrd="0" presId="urn:microsoft.com/office/officeart/2008/layout/LinedList"/>
    <dgm:cxn modelId="{9A4740D4-8A79-4653-82CE-36D78E75ABED}" type="presParOf" srcId="{EB01DDC0-6B16-484C-9296-4163EDBD6AF7}" destId="{7A7FE344-4B3C-4378-8959-C009402A2E44}" srcOrd="35" destOrd="0" presId="urn:microsoft.com/office/officeart/2008/layout/LinedList"/>
    <dgm:cxn modelId="{A23DE6C0-7F65-44CE-9366-6EB1BECA0C08}" type="presParOf" srcId="{7A7FE344-4B3C-4378-8959-C009402A2E44}" destId="{AF1D0CC1-0425-4E77-9FE6-DACF82FA3AF4}" srcOrd="0" destOrd="0" presId="urn:microsoft.com/office/officeart/2008/layout/LinedList"/>
    <dgm:cxn modelId="{73ECB6AC-867F-424C-9BDF-BD9C0C4DBEA4}" type="presParOf" srcId="{7A7FE344-4B3C-4378-8959-C009402A2E44}" destId="{CD6631BF-F054-4362-8F93-A5C746A5702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DE1DE-6A80-4324-A379-805F9F8700AA}">
      <dsp:nvSpPr>
        <dsp:cNvPr id="0" name=""/>
        <dsp:cNvSpPr/>
      </dsp:nvSpPr>
      <dsp:spPr>
        <a:xfrm>
          <a:off x="0" y="563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883B1-32CE-4EA6-8E4F-E5D5FF872404}">
      <dsp:nvSpPr>
        <dsp:cNvPr id="0" name=""/>
        <dsp:cNvSpPr/>
      </dsp:nvSpPr>
      <dsp:spPr>
        <a:xfrm>
          <a:off x="0" y="563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Window-Based Analysis</a:t>
          </a:r>
          <a:endParaRPr lang="en-US" sz="1100" kern="1200"/>
        </a:p>
      </dsp:txBody>
      <dsp:txXfrm>
        <a:off x="0" y="563"/>
        <a:ext cx="6991528" cy="256417"/>
      </dsp:txXfrm>
    </dsp:sp>
    <dsp:sp modelId="{BD4A5B5D-E54B-405E-96D9-405200BAC6F3}">
      <dsp:nvSpPr>
        <dsp:cNvPr id="0" name=""/>
        <dsp:cNvSpPr/>
      </dsp:nvSpPr>
      <dsp:spPr>
        <a:xfrm>
          <a:off x="0" y="256981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88B06-368F-466B-8C59-F28E67B05F4A}">
      <dsp:nvSpPr>
        <dsp:cNvPr id="0" name=""/>
        <dsp:cNvSpPr/>
      </dsp:nvSpPr>
      <dsp:spPr>
        <a:xfrm>
          <a:off x="0" y="256981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300 readings = 7.9 seconds of sensor history</a:t>
          </a:r>
        </a:p>
      </dsp:txBody>
      <dsp:txXfrm>
        <a:off x="0" y="256981"/>
        <a:ext cx="6991528" cy="256417"/>
      </dsp:txXfrm>
    </dsp:sp>
    <dsp:sp modelId="{8F745FF6-F43C-4250-9BFA-CF67EC191245}">
      <dsp:nvSpPr>
        <dsp:cNvPr id="0" name=""/>
        <dsp:cNvSpPr/>
      </dsp:nvSpPr>
      <dsp:spPr>
        <a:xfrm>
          <a:off x="0" y="513399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98B6B-CDD8-47CD-8C8E-C298A99F35AC}">
      <dsp:nvSpPr>
        <dsp:cNvPr id="0" name=""/>
        <dsp:cNvSpPr/>
      </dsp:nvSpPr>
      <dsp:spPr>
        <a:xfrm>
          <a:off x="0" y="513399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More robust than single-reading threshold detection</a:t>
          </a:r>
        </a:p>
      </dsp:txBody>
      <dsp:txXfrm>
        <a:off x="0" y="513399"/>
        <a:ext cx="6991528" cy="256417"/>
      </dsp:txXfrm>
    </dsp:sp>
    <dsp:sp modelId="{7C93FC28-AAED-43BB-8157-536DFFFC5B10}">
      <dsp:nvSpPr>
        <dsp:cNvPr id="0" name=""/>
        <dsp:cNvSpPr/>
      </dsp:nvSpPr>
      <dsp:spPr>
        <a:xfrm>
          <a:off x="0" y="769817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37CB3-0A7F-4055-BB27-C73A13F4D9D6}">
      <dsp:nvSpPr>
        <dsp:cNvPr id="0" name=""/>
        <dsp:cNvSpPr/>
      </dsp:nvSpPr>
      <dsp:spPr>
        <a:xfrm>
          <a:off x="0" y="769817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Signal Cleaning</a:t>
          </a:r>
          <a:endParaRPr lang="en-US" sz="1100" kern="1200"/>
        </a:p>
      </dsp:txBody>
      <dsp:txXfrm>
        <a:off x="0" y="769817"/>
        <a:ext cx="6991528" cy="256417"/>
      </dsp:txXfrm>
    </dsp:sp>
    <dsp:sp modelId="{783A41B4-C0F5-4A0E-88F3-9B7189108F34}">
      <dsp:nvSpPr>
        <dsp:cNvPr id="0" name=""/>
        <dsp:cNvSpPr/>
      </dsp:nvSpPr>
      <dsp:spPr>
        <a:xfrm>
          <a:off x="0" y="1026234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8A2BE-503A-4778-86C5-DE263A98F665}">
      <dsp:nvSpPr>
        <dsp:cNvPr id="0" name=""/>
        <dsp:cNvSpPr/>
      </dsp:nvSpPr>
      <dsp:spPr>
        <a:xfrm>
          <a:off x="0" y="1026234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Hard clip: removes physically impossible values</a:t>
          </a:r>
        </a:p>
      </dsp:txBody>
      <dsp:txXfrm>
        <a:off x="0" y="1026234"/>
        <a:ext cx="6991528" cy="256417"/>
      </dsp:txXfrm>
    </dsp:sp>
    <dsp:sp modelId="{36184C55-FCAB-492C-AFF7-92493B253F12}">
      <dsp:nvSpPr>
        <dsp:cNvPr id="0" name=""/>
        <dsp:cNvSpPr/>
      </dsp:nvSpPr>
      <dsp:spPr>
        <a:xfrm>
          <a:off x="0" y="1282652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35488-E729-49E5-90AA-55FA8EF6FDC1}">
      <dsp:nvSpPr>
        <dsp:cNvPr id="0" name=""/>
        <dsp:cNvSpPr/>
      </dsp:nvSpPr>
      <dsp:spPr>
        <a:xfrm>
          <a:off x="0" y="1282652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MAD Filter: removes spike artefacts from multipath reflections</a:t>
          </a:r>
        </a:p>
      </dsp:txBody>
      <dsp:txXfrm>
        <a:off x="0" y="1282652"/>
        <a:ext cx="6991528" cy="256417"/>
      </dsp:txXfrm>
    </dsp:sp>
    <dsp:sp modelId="{EED5AC1B-316B-443B-8356-B20ADC4E6762}">
      <dsp:nvSpPr>
        <dsp:cNvPr id="0" name=""/>
        <dsp:cNvSpPr/>
      </dsp:nvSpPr>
      <dsp:spPr>
        <a:xfrm>
          <a:off x="0" y="1539070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4560A-6D4C-4544-845F-F5C1071C064A}">
      <dsp:nvSpPr>
        <dsp:cNvPr id="0" name=""/>
        <dsp:cNvSpPr/>
      </dsp:nvSpPr>
      <dsp:spPr>
        <a:xfrm>
          <a:off x="0" y="1539070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16 Features — 3 Groups</a:t>
          </a:r>
          <a:endParaRPr lang="en-US" sz="1100" kern="1200"/>
        </a:p>
      </dsp:txBody>
      <dsp:txXfrm>
        <a:off x="0" y="1539070"/>
        <a:ext cx="6991528" cy="256417"/>
      </dsp:txXfrm>
    </dsp:sp>
    <dsp:sp modelId="{5F0D94F2-98EE-4443-841D-68D42B83B582}">
      <dsp:nvSpPr>
        <dsp:cNvPr id="0" name=""/>
        <dsp:cNvSpPr/>
      </dsp:nvSpPr>
      <dsp:spPr>
        <a:xfrm>
          <a:off x="0" y="1795488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21278-EE73-4CC5-AFCC-53BD93449F30}">
      <dsp:nvSpPr>
        <dsp:cNvPr id="0" name=""/>
        <dsp:cNvSpPr/>
      </dsp:nvSpPr>
      <dsp:spPr>
        <a:xfrm>
          <a:off x="0" y="1795488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Statistical: mean, std, min, max</a:t>
          </a:r>
        </a:p>
      </dsp:txBody>
      <dsp:txXfrm>
        <a:off x="0" y="1795488"/>
        <a:ext cx="6991528" cy="256417"/>
      </dsp:txXfrm>
    </dsp:sp>
    <dsp:sp modelId="{930B1593-4A7D-4793-A2A0-0181DEDF87D3}">
      <dsp:nvSpPr>
        <dsp:cNvPr id="0" name=""/>
        <dsp:cNvSpPr/>
      </dsp:nvSpPr>
      <dsp:spPr>
        <a:xfrm>
          <a:off x="0" y="2051906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AB730-4AB6-4CA2-AB64-2DF16CE6F20E}">
      <dsp:nvSpPr>
        <dsp:cNvPr id="0" name=""/>
        <dsp:cNvSpPr/>
      </dsp:nvSpPr>
      <dsp:spPr>
        <a:xfrm>
          <a:off x="0" y="2051906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Kinematic: velocity, acceleration, net displacement</a:t>
          </a:r>
        </a:p>
      </dsp:txBody>
      <dsp:txXfrm>
        <a:off x="0" y="2051906"/>
        <a:ext cx="6991528" cy="256417"/>
      </dsp:txXfrm>
    </dsp:sp>
    <dsp:sp modelId="{5D626457-C3FB-41E4-A0CE-5D74F4EE9FB6}">
      <dsp:nvSpPr>
        <dsp:cNvPr id="0" name=""/>
        <dsp:cNvSpPr/>
      </dsp:nvSpPr>
      <dsp:spPr>
        <a:xfrm>
          <a:off x="0" y="2308324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4E1B9-E108-4AF9-B0F5-DF205C89755A}">
      <dsp:nvSpPr>
        <dsp:cNvPr id="0" name=""/>
        <dsp:cNvSpPr/>
      </dsp:nvSpPr>
      <dsp:spPr>
        <a:xfrm>
          <a:off x="0" y="2308324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Directional: frac_increasing + frac_decreasing → top predictors (24.7% importance)</a:t>
          </a:r>
        </a:p>
      </dsp:txBody>
      <dsp:txXfrm>
        <a:off x="0" y="2308324"/>
        <a:ext cx="6991528" cy="256417"/>
      </dsp:txXfrm>
    </dsp:sp>
    <dsp:sp modelId="{46EB693D-2ADF-4C2D-99AC-151B45EA2B55}">
      <dsp:nvSpPr>
        <dsp:cNvPr id="0" name=""/>
        <dsp:cNvSpPr/>
      </dsp:nvSpPr>
      <dsp:spPr>
        <a:xfrm>
          <a:off x="0" y="2564741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C34AE-6D5E-416B-835A-855F5878A77F}">
      <dsp:nvSpPr>
        <dsp:cNvPr id="0" name=""/>
        <dsp:cNvSpPr/>
      </dsp:nvSpPr>
      <dsp:spPr>
        <a:xfrm>
          <a:off x="0" y="2564741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Temporal Train/Test Split</a:t>
          </a:r>
          <a:endParaRPr lang="en-US" sz="1100" kern="1200"/>
        </a:p>
      </dsp:txBody>
      <dsp:txXfrm>
        <a:off x="0" y="2564741"/>
        <a:ext cx="6991528" cy="256417"/>
      </dsp:txXfrm>
    </dsp:sp>
    <dsp:sp modelId="{7C9FEA83-4E37-4651-81B9-86D6722E3A95}">
      <dsp:nvSpPr>
        <dsp:cNvPr id="0" name=""/>
        <dsp:cNvSpPr/>
      </dsp:nvSpPr>
      <dsp:spPr>
        <a:xfrm>
          <a:off x="0" y="2821159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E8FAD-4CF9-4D1F-B695-D19D1DC1A1A0}">
      <dsp:nvSpPr>
        <dsp:cNvPr id="0" name=""/>
        <dsp:cNvSpPr/>
      </dsp:nvSpPr>
      <dsp:spPr>
        <a:xfrm>
          <a:off x="0" y="2821159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75% train / 25% test — done </a:t>
          </a:r>
          <a:r>
            <a:rPr lang="en-US" sz="1100" b="1" kern="1200"/>
            <a:t>per file</a:t>
          </a:r>
          <a:endParaRPr lang="en-US" sz="1100" kern="1200"/>
        </a:p>
      </dsp:txBody>
      <dsp:txXfrm>
        <a:off x="0" y="2821159"/>
        <a:ext cx="6991528" cy="256417"/>
      </dsp:txXfrm>
    </dsp:sp>
    <dsp:sp modelId="{6FB86EE2-8477-4613-A1D8-7D1195D90EFD}">
      <dsp:nvSpPr>
        <dsp:cNvPr id="0" name=""/>
        <dsp:cNvSpPr/>
      </dsp:nvSpPr>
      <dsp:spPr>
        <a:xfrm>
          <a:off x="0" y="3077577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1EDDB-2187-4124-BC64-A95AA16AA0B1}">
      <dsp:nvSpPr>
        <dsp:cNvPr id="0" name=""/>
        <dsp:cNvSpPr/>
      </dsp:nvSpPr>
      <dsp:spPr>
        <a:xfrm>
          <a:off x="0" y="3077577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Prevents same trajectory leaking into both sets</a:t>
          </a:r>
        </a:p>
      </dsp:txBody>
      <dsp:txXfrm>
        <a:off x="0" y="3077577"/>
        <a:ext cx="6991528" cy="256417"/>
      </dsp:txXfrm>
    </dsp:sp>
    <dsp:sp modelId="{7370E2C6-D481-4AE6-A226-C8AD5F144BD4}">
      <dsp:nvSpPr>
        <dsp:cNvPr id="0" name=""/>
        <dsp:cNvSpPr/>
      </dsp:nvSpPr>
      <dsp:spPr>
        <a:xfrm>
          <a:off x="0" y="3333995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98E01-7305-4CBF-AE1A-8BFE7489C65F}">
      <dsp:nvSpPr>
        <dsp:cNvPr id="0" name=""/>
        <dsp:cNvSpPr/>
      </dsp:nvSpPr>
      <dsp:spPr>
        <a:xfrm>
          <a:off x="0" y="3333995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Dual-Path Training</a:t>
          </a:r>
          <a:endParaRPr lang="en-US" sz="1100" kern="1200"/>
        </a:p>
      </dsp:txBody>
      <dsp:txXfrm>
        <a:off x="0" y="3333995"/>
        <a:ext cx="6991528" cy="256417"/>
      </dsp:txXfrm>
    </dsp:sp>
    <dsp:sp modelId="{8591F28F-31A0-4D01-BAD1-6DCD2F6A6295}">
      <dsp:nvSpPr>
        <dsp:cNvPr id="0" name=""/>
        <dsp:cNvSpPr/>
      </dsp:nvSpPr>
      <dsp:spPr>
        <a:xfrm>
          <a:off x="0" y="3590413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1E629-BA5F-4457-94E5-A092CD2617FD}">
      <dsp:nvSpPr>
        <dsp:cNvPr id="0" name=""/>
        <dsp:cNvSpPr/>
      </dsp:nvSpPr>
      <dsp:spPr>
        <a:xfrm>
          <a:off x="0" y="3590413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Classifier → StandardScaler + RF → Motion State</a:t>
          </a:r>
        </a:p>
      </dsp:txBody>
      <dsp:txXfrm>
        <a:off x="0" y="3590413"/>
        <a:ext cx="6991528" cy="256417"/>
      </dsp:txXfrm>
    </dsp:sp>
    <dsp:sp modelId="{42907AD2-DE81-4515-A8E1-7AD2860BCF91}">
      <dsp:nvSpPr>
        <dsp:cNvPr id="0" name=""/>
        <dsp:cNvSpPr/>
      </dsp:nvSpPr>
      <dsp:spPr>
        <a:xfrm>
          <a:off x="0" y="3846830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EE10E-C525-4CC5-BBC4-13E1E4B61A5B}">
      <dsp:nvSpPr>
        <dsp:cNvPr id="0" name=""/>
        <dsp:cNvSpPr/>
      </dsp:nvSpPr>
      <dsp:spPr>
        <a:xfrm>
          <a:off x="0" y="3846830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Regressor → Raw features + RF → Time-to-Clear (seconds)</a:t>
          </a:r>
        </a:p>
      </dsp:txBody>
      <dsp:txXfrm>
        <a:off x="0" y="3846830"/>
        <a:ext cx="6991528" cy="256417"/>
      </dsp:txXfrm>
    </dsp:sp>
    <dsp:sp modelId="{F02CA9A6-0A0A-4E0E-921A-9D2E92C354DA}">
      <dsp:nvSpPr>
        <dsp:cNvPr id="0" name=""/>
        <dsp:cNvSpPr/>
      </dsp:nvSpPr>
      <dsp:spPr>
        <a:xfrm>
          <a:off x="0" y="4103248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D3E4D-968C-4552-9D7B-72D51218D565}">
      <dsp:nvSpPr>
        <dsp:cNvPr id="0" name=""/>
        <dsp:cNvSpPr/>
      </dsp:nvSpPr>
      <dsp:spPr>
        <a:xfrm>
          <a:off x="0" y="4103248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Output</a:t>
          </a:r>
          <a:endParaRPr lang="en-US" sz="1100" kern="1200"/>
        </a:p>
      </dsp:txBody>
      <dsp:txXfrm>
        <a:off x="0" y="4103248"/>
        <a:ext cx="6991528" cy="256417"/>
      </dsp:txXfrm>
    </dsp:sp>
    <dsp:sp modelId="{C94CC79E-7F0C-4F4E-98B8-E93C2730369E}">
      <dsp:nvSpPr>
        <dsp:cNvPr id="0" name=""/>
        <dsp:cNvSpPr/>
      </dsp:nvSpPr>
      <dsp:spPr>
        <a:xfrm>
          <a:off x="0" y="4359666"/>
          <a:ext cx="69915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D0CC1-0425-4E77-9FE6-DACF82FA3AF4}">
      <dsp:nvSpPr>
        <dsp:cNvPr id="0" name=""/>
        <dsp:cNvSpPr/>
      </dsp:nvSpPr>
      <dsp:spPr>
        <a:xfrm>
          <a:off x="0" y="4359666"/>
          <a:ext cx="6991528" cy="25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Two saved models loaded directly by the Streamlit dashboard</a:t>
          </a:r>
        </a:p>
      </dsp:txBody>
      <dsp:txXfrm>
        <a:off x="0" y="4359666"/>
        <a:ext cx="6991528" cy="256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105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207" y="874221"/>
            <a:ext cx="8363050" cy="10924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2800" dirty="0">
              <a:solidFill>
                <a:srgbClr val="FFFFFF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0" indent="0" algn="ctr">
              <a:buNone/>
            </a:pPr>
            <a:endParaRPr lang="en-US" sz="44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2281" y="3742548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Times New Roman"/>
                <a:cs typeface="Times New Roman"/>
              </a:rPr>
              <a:t>Prof. Dr. Andreas Pech </a:t>
            </a:r>
          </a:p>
          <a:p>
            <a:pPr algn="ctr"/>
            <a:r>
              <a:rPr lang="en-US" sz="14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Machine Learning</a:t>
            </a:r>
            <a:endParaRPr lang="en-US" sz="1400" dirty="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400" dirty="0" err="1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2025/26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59F39-ABFB-5632-23AF-D534F7219DF6}"/>
              </a:ext>
            </a:extLst>
          </p:cNvPr>
          <p:cNvSpPr txBox="1"/>
          <p:nvPr/>
        </p:nvSpPr>
        <p:spPr>
          <a:xfrm>
            <a:off x="2346150" y="2462522"/>
            <a:ext cx="409799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Times New Roman"/>
                <a:ea typeface="Calibri" panose="020F0502020204030204"/>
                <a:cs typeface="Times New Roman"/>
              </a:rPr>
              <a:t>Ayush Parmar - 1565427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Times New Roman"/>
                <a:ea typeface="Calibri" panose="020F0502020204030204"/>
                <a:cs typeface="Times New Roman"/>
              </a:rPr>
              <a:t>Akanksha Venkatesh </a:t>
            </a:r>
            <a:r>
              <a:rPr lang="en-US" sz="14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Baitipuli</a:t>
            </a:r>
            <a:r>
              <a:rPr lang="en-US" sz="14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 - 1568316</a:t>
            </a:r>
            <a:endParaRPr lang="en-US" sz="1400" b="1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18F06DB-0642-4A4C-4110-A676B9332C4E}"/>
              </a:ext>
            </a:extLst>
          </p:cNvPr>
          <p:cNvSpPr/>
          <p:nvPr/>
        </p:nvSpPr>
        <p:spPr>
          <a:xfrm>
            <a:off x="457200" y="1190778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Machine Learning Based Detection of Object Moving Away from FIUS Sensor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7" name="Picture 6" descr="Frankfurt University of Applied Sciences | House of Energy">
            <a:extLst>
              <a:ext uri="{FF2B5EF4-FFF2-40B4-BE49-F238E27FC236}">
                <a16:creationId xmlns:a16="http://schemas.microsoft.com/office/drawing/2014/main" id="{5051B31B-4405-11D5-772B-0C9079839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0" t="-605" r="-4878" b="1211"/>
          <a:stretch>
            <a:fillRect/>
          </a:stretch>
        </p:blipFill>
        <p:spPr>
          <a:xfrm>
            <a:off x="7021701" y="138044"/>
            <a:ext cx="2176553" cy="794264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8A6A450D-1D1F-B9B1-BEBF-1B825015334B}"/>
              </a:ext>
            </a:extLst>
          </p:cNvPr>
          <p:cNvSpPr/>
          <p:nvPr/>
        </p:nvSpPr>
        <p:spPr>
          <a:xfrm>
            <a:off x="457200" y="2002628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with Workspace Clearance Prediction</a:t>
            </a:r>
            <a:endParaRPr lang="en-US">
              <a:latin typeface="Times New Roman"/>
              <a:ea typeface="+mn-lt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733DB-FD84-2D81-F289-F6FA526B42D5}"/>
              </a:ext>
            </a:extLst>
          </p:cNvPr>
          <p:cNvSpPr txBox="1"/>
          <p:nvPr/>
        </p:nvSpPr>
        <p:spPr>
          <a:xfrm>
            <a:off x="410177" y="1355063"/>
            <a:ext cx="8234038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 Industrial robots stop when humans enter a safety zone — but have no idea when the zone will be clear</a:t>
            </a:r>
            <a:endParaRPr lang="en-US" sz="140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 AWY-1 uses a single ultrasonic sensor + machine learning to classify motion and predict clearance time</a:t>
            </a:r>
            <a:endParaRPr lang="en-US" sz="14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 Trained on real sensor data across 3 object types, 3 speeds, 2 lighting conditions</a:t>
            </a:r>
            <a:endParaRPr lang="en-US" sz="140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 Random Forest achieved 85.93% accuracy — enabling smarter, proactive AGV decisions</a:t>
            </a:r>
            <a:endParaRPr lang="en-US" sz="1400">
              <a:latin typeface="Times New Roman"/>
              <a:ea typeface="Calibri" panose="020F0502020204030204"/>
              <a:cs typeface="Times New Roman"/>
            </a:endParaRPr>
          </a:p>
          <a:p>
            <a:pPr>
              <a:buFont typeface=""/>
              <a:buChar char="•"/>
            </a:pPr>
            <a:endParaRPr lang="en-US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>
              <a:buFont typeface=""/>
              <a:buChar char="•"/>
            </a:pPr>
            <a:endParaRPr lang="en-US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 algn="ctr"/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AD96E54-377C-1D33-8E5D-80A8374A5121}"/>
              </a:ext>
            </a:extLst>
          </p:cNvPr>
          <p:cNvSpPr/>
          <p:nvPr/>
        </p:nvSpPr>
        <p:spPr>
          <a:xfrm>
            <a:off x="540428" y="448103"/>
            <a:ext cx="2295615" cy="4785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>
                <a:solidFill>
                  <a:srgbClr val="145673"/>
                </a:solidFill>
                <a:latin typeface="Times New Roman"/>
                <a:ea typeface="Calibri"/>
                <a:cs typeface="Times New Roman"/>
              </a:rPr>
              <a:t>Introduction</a:t>
            </a:r>
          </a:p>
        </p:txBody>
      </p:sp>
      <p:pic>
        <p:nvPicPr>
          <p:cNvPr id="6" name="Picture 5" descr="Frankfurt University of Applied Sciences | House of Energy">
            <a:extLst>
              <a:ext uri="{FF2B5EF4-FFF2-40B4-BE49-F238E27FC236}">
                <a16:creationId xmlns:a16="http://schemas.microsoft.com/office/drawing/2014/main" id="{B06E8C6C-5A64-E83E-6E09-3A51430CB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690" y="70421"/>
            <a:ext cx="20288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9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0A8B8E70-7520-B94E-066E-94E4B09E9DDF}"/>
              </a:ext>
            </a:extLst>
          </p:cNvPr>
          <p:cNvSpPr/>
          <p:nvPr/>
        </p:nvSpPr>
        <p:spPr>
          <a:xfrm>
            <a:off x="731964" y="6769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>
                <a:ln>
                  <a:noFill/>
                </a:ln>
                <a:solidFill>
                  <a:srgbClr val="145673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System</a:t>
            </a:r>
            <a:r>
              <a:rPr kumimoji="0" lang="en-US" sz="3200" i="0" u="none" strike="noStrike" kern="1200" cap="none" spc="0" normalizeH="0" baseline="0" noProof="0">
                <a:ln>
                  <a:noFill/>
                </a:ln>
                <a:solidFill>
                  <a:srgbClr val="145673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</a:t>
            </a:r>
            <a:r>
              <a:rPr lang="en-US" sz="3200">
                <a:solidFill>
                  <a:srgbClr val="145673"/>
                </a:solidFill>
                <a:latin typeface="Times New Roman"/>
                <a:ea typeface="+mn-lt"/>
                <a:cs typeface="Times New Roman"/>
              </a:rPr>
              <a:t>Architecture</a:t>
            </a:r>
            <a:endParaRPr lang="en-US" sz="3200" b="0" i="0" u="none" strike="noStrike" kern="1200" cap="none" spc="0" normalizeH="0" baseline="0" noProof="0">
              <a:ln>
                <a:noFill/>
              </a:ln>
              <a:solidFill>
                <a:srgbClr val="145673"/>
              </a:solidFill>
              <a:effectLst/>
              <a:uLnTx/>
              <a:uFillTx/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20" name="Picture 19" descr="Frankfurt University of Applied Sciences | House of Energy">
            <a:extLst>
              <a:ext uri="{FF2B5EF4-FFF2-40B4-BE49-F238E27FC236}">
                <a16:creationId xmlns:a16="http://schemas.microsoft.com/office/drawing/2014/main" id="{68BBC2C5-5974-CD13-4863-FE3153B12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289" y="67465"/>
            <a:ext cx="2027438" cy="741740"/>
          </a:xfrm>
          <a:prstGeom prst="rect">
            <a:avLst/>
          </a:prstGeom>
        </p:spPr>
      </p:pic>
      <p:pic>
        <p:nvPicPr>
          <p:cNvPr id="2" name="Picture 1" descr="A diagram of a model&#10;&#10;AI-generated content may be incorrect.">
            <a:extLst>
              <a:ext uri="{FF2B5EF4-FFF2-40B4-BE49-F238E27FC236}">
                <a16:creationId xmlns:a16="http://schemas.microsoft.com/office/drawing/2014/main" id="{7B623F4A-E63B-0E7F-6FD6-A6B8D93CF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38" y="1220508"/>
            <a:ext cx="8122081" cy="3559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6117B1-F746-0357-EB5C-CB02987885C3}"/>
              </a:ext>
            </a:extLst>
          </p:cNvPr>
          <p:cNvSpPr txBox="1"/>
          <p:nvPr/>
        </p:nvSpPr>
        <p:spPr>
          <a:xfrm>
            <a:off x="405925" y="40059"/>
            <a:ext cx="36746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45673"/>
                </a:solidFill>
                <a:latin typeface="Anthropic Sans"/>
                <a:ea typeface="Anthropic Sans"/>
                <a:cs typeface="Anthropic Sans"/>
              </a:rPr>
              <a:t>ML Pipeline - Key Design Decisions</a:t>
            </a:r>
            <a:endParaRPr lang="en-US">
              <a:solidFill>
                <a:srgbClr val="145673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6EBBB684-D7B2-D17E-D1AE-BCCE9D6080E5}"/>
              </a:ext>
            </a:extLst>
          </p:cNvPr>
          <p:cNvGraphicFramePr/>
          <p:nvPr/>
        </p:nvGraphicFramePr>
        <p:xfrm>
          <a:off x="443314" y="515418"/>
          <a:ext cx="6991528" cy="4616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3" name="Picture 42" descr="Frankfurt University of Applied Sciences | House of Energy">
            <a:extLst>
              <a:ext uri="{FF2B5EF4-FFF2-40B4-BE49-F238E27FC236}">
                <a16:creationId xmlns:a16="http://schemas.microsoft.com/office/drawing/2014/main" id="{D96FD869-2720-722B-046D-5FC6C38885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289" y="67465"/>
            <a:ext cx="2027438" cy="7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8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56E4D58-C3AA-F21C-93E7-DA111D6BAA92}"/>
              </a:ext>
            </a:extLst>
          </p:cNvPr>
          <p:cNvSpPr/>
          <p:nvPr/>
        </p:nvSpPr>
        <p:spPr>
          <a:xfrm>
            <a:off x="2745567" y="1798215"/>
            <a:ext cx="373365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800">
                <a:solidFill>
                  <a:srgbClr val="145673"/>
                </a:solidFill>
                <a:latin typeface="Times New Roman"/>
                <a:ea typeface="Calibri"/>
                <a:cs typeface="Times New Roman"/>
              </a:rPr>
              <a:t>Project Simulation Demo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srgbClr val="145673"/>
              </a:solidFill>
              <a:effectLst/>
              <a:uLnTx/>
              <a:uFillTx/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Frankfurt University of Applied Sciences | House of Energy">
            <a:extLst>
              <a:ext uri="{FF2B5EF4-FFF2-40B4-BE49-F238E27FC236}">
                <a16:creationId xmlns:a16="http://schemas.microsoft.com/office/drawing/2014/main" id="{8A89C8BF-7ACD-7D36-8B60-1CE0E4590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522" y="96524"/>
            <a:ext cx="2027438" cy="7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4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882E5-BFA5-AC05-71B5-3FC7EAE3ADE5}"/>
              </a:ext>
            </a:extLst>
          </p:cNvPr>
          <p:cNvSpPr txBox="1"/>
          <p:nvPr/>
        </p:nvSpPr>
        <p:spPr>
          <a:xfrm>
            <a:off x="347172" y="1054873"/>
            <a:ext cx="8673981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 err="1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TtC</a:t>
            </a:r>
            <a:r>
              <a:rPr lang="en-US" sz="1400" b="1" dirty="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 Target </a:t>
            </a:r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Target: MAE &lt; 0.6 s → Achieved: MAE = 6.38 s</a:t>
            </a:r>
          </a:p>
          <a:p>
            <a:pPr>
              <a:buFont typeface=""/>
              <a:buChar char="•"/>
            </a:pPr>
            <a:r>
              <a:rPr lang="en-US" sz="1400" dirty="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7.9 s window too short for accurate long-horizon prediction</a:t>
            </a:r>
          </a:p>
          <a:p>
            <a:pPr>
              <a:buFont typeface=""/>
              <a:buChar char="•"/>
            </a:pP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r>
              <a:rPr lang="en-US" sz="1400" b="1">
                <a:solidFill>
                  <a:srgbClr val="141413"/>
                </a:solidFill>
                <a:latin typeface="Times New Roman"/>
                <a:cs typeface="Times New Roman"/>
              </a:rPr>
              <a:t>Zone Threshold Revised</a:t>
            </a:r>
            <a:endParaRPr lang="en-US"/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Original: 3.0 m → Revised to 0.90 m</a:t>
            </a:r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Lab space physically limited the recording range</a:t>
            </a:r>
          </a:p>
          <a:p>
            <a:pPr>
              <a:buFont typeface=""/>
              <a:buChar char="•"/>
            </a:pP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r>
              <a:rPr lang="en-US" sz="1400" b="1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Class Imbalance</a:t>
            </a:r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Away heavily overrepresented (49.9% vs 21.3% Approaching)</a:t>
            </a: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Led to lower recall on the Approaching class</a:t>
            </a: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>
              <a:buFont typeface=""/>
              <a:buChar char="•"/>
            </a:pP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r>
              <a:rPr lang="en-US" sz="1400" b="1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Single Sensor Axis</a:t>
            </a:r>
          </a:p>
          <a:p>
            <a:pPr>
              <a:buFont typeface=""/>
              <a:buChar char="•"/>
            </a:pPr>
            <a:r>
              <a:rPr lang="en-US" sz="1400">
                <a:solidFill>
                  <a:srgbClr val="141413"/>
                </a:solidFill>
                <a:latin typeface="Times New Roman"/>
                <a:ea typeface="Anthropic Sans"/>
                <a:cs typeface="Times New Roman"/>
              </a:rPr>
              <a:t>Lateral motion produces no distance change → misclassified as Stationary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4A3A0-6969-355D-31C8-B13856300869}"/>
              </a:ext>
            </a:extLst>
          </p:cNvPr>
          <p:cNvSpPr txBox="1"/>
          <p:nvPr/>
        </p:nvSpPr>
        <p:spPr>
          <a:xfrm>
            <a:off x="347174" y="408596"/>
            <a:ext cx="2766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145673"/>
                </a:solidFill>
                <a:latin typeface="Times New Roman"/>
                <a:ea typeface="Anthropic Sans"/>
                <a:cs typeface="Times New Roman"/>
              </a:rPr>
              <a:t>Challenges &amp; Limitations</a:t>
            </a:r>
            <a:endParaRPr lang="en-US">
              <a:solidFill>
                <a:srgbClr val="145673"/>
              </a:solidFill>
              <a:latin typeface="Times New Roman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  <p:pic>
        <p:nvPicPr>
          <p:cNvPr id="6" name="Picture 5" descr="Frankfurt University of Applied Sciences | House of Energy">
            <a:extLst>
              <a:ext uri="{FF2B5EF4-FFF2-40B4-BE49-F238E27FC236}">
                <a16:creationId xmlns:a16="http://schemas.microsoft.com/office/drawing/2014/main" id="{C0FE979F-0209-D5B1-65A8-0422045C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522" y="96524"/>
            <a:ext cx="2027438" cy="7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2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BC82D-7AFC-38E6-F05B-29DBE00A59D8}"/>
              </a:ext>
            </a:extLst>
          </p:cNvPr>
          <p:cNvSpPr txBox="1"/>
          <p:nvPr/>
        </p:nvSpPr>
        <p:spPr>
          <a:xfrm>
            <a:off x="314811" y="1157530"/>
            <a:ext cx="8601558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We started with a simple question — can a robot do better than just stop and wait?</a:t>
            </a:r>
          </a:p>
          <a:p>
            <a:pPr>
              <a:buFont typeface="Arial"/>
              <a:buChar char="•"/>
            </a:pPr>
            <a:endParaRPr lang="en-US" sz="16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Using nothing more than a single ultrasonic sensor, we built a system that understands motion and anticipates what comes next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endParaRPr lang="en-US" sz="16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85.93</a:t>
            </a:r>
            <a:r>
              <a:rPr lang="en-US" sz="1600" i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% </a:t>
            </a:r>
            <a:r>
              <a:rPr lang="en-US" sz="16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accuracy, 49× improvement in clearance prediction — the numbers speak for themselves</a:t>
            </a:r>
            <a:endParaRPr lang="en-US" sz="160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endParaRPr lang="en-US" sz="16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But beyond the numbers, this project shows that intelligent, proactive safety systems don't need to be complex or expensive</a:t>
            </a:r>
            <a:endParaRPr lang="en-US" sz="1600">
              <a:latin typeface="Times New Roman"/>
              <a:ea typeface="Calibri" panose="020F0502020204030204"/>
              <a:cs typeface="Times New Roman"/>
            </a:endParaRPr>
          </a:p>
          <a:p>
            <a:pPr>
              <a:buFont typeface="Arial"/>
              <a:buChar char="•"/>
            </a:pPr>
            <a:endParaRPr lang="en-US" sz="16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One sensor. Real data. Machine learning. That's AWY-1.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/>
              <a:cs typeface="Times New Roman"/>
            </a:endParaRPr>
          </a:p>
          <a:p>
            <a:pPr algn="l">
              <a:buFont typeface=""/>
              <a:buChar char="•"/>
            </a:pPr>
            <a:endParaRPr lang="en-US" sz="1400" b="0" i="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DDD97A-3FBE-4358-833F-E8F04C344A9C}"/>
              </a:ext>
            </a:extLst>
          </p:cNvPr>
          <p:cNvSpPr/>
          <p:nvPr/>
        </p:nvSpPr>
        <p:spPr>
          <a:xfrm>
            <a:off x="312797" y="343543"/>
            <a:ext cx="2272439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>
                <a:solidFill>
                  <a:srgbClr val="145673"/>
                </a:solidFill>
                <a:latin typeface="Times New Roman"/>
                <a:ea typeface="+mn-lt"/>
                <a:cs typeface="Times New Roman"/>
              </a:rPr>
              <a:t>Conclusion</a:t>
            </a:r>
            <a:endParaRPr lang="en-US">
              <a:solidFill>
                <a:srgbClr val="145673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Frankfurt University of Applied Sciences | House of Energy">
            <a:extLst>
              <a:ext uri="{FF2B5EF4-FFF2-40B4-BE49-F238E27FC236}">
                <a16:creationId xmlns:a16="http://schemas.microsoft.com/office/drawing/2014/main" id="{95B1D388-5E45-F27B-1EEF-6C777E41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522" y="96524"/>
            <a:ext cx="2027438" cy="7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4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7D4B03-285F-572E-A9E9-DBCC678057D4}"/>
              </a:ext>
            </a:extLst>
          </p:cNvPr>
          <p:cNvSpPr txBox="1"/>
          <p:nvPr/>
        </p:nvSpPr>
        <p:spPr>
          <a:xfrm>
            <a:off x="605403" y="1452966"/>
            <a:ext cx="7938038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T. Nesti, S. </a:t>
            </a:r>
            <a:r>
              <a:rPr lang="en-US" sz="1400" dirty="0" err="1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Boddana</a:t>
            </a: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and B. Yaman, "Ultra-sonic sensor based object detection for autonomous vehicles," in </a:t>
            </a:r>
            <a:r>
              <a:rPr lang="en-US" sz="1400" i="1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Proc. IEEE/CVF Conference on Computer Vision and Pattern Recognition Workshops (CVPRW)</a:t>
            </a: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2023, pp. 210–218.</a:t>
            </a:r>
            <a:endParaRPr lang="en-US" sz="1400">
              <a:latin typeface="Times New Roman"/>
              <a:ea typeface="Calibri" panose="020F0502020204030204"/>
              <a:cs typeface="Times New Roman"/>
            </a:endParaRPr>
          </a:p>
          <a:p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D. Hunter, "Analysis of the measurement error from a low-cost ultrasonic sensor," </a:t>
            </a:r>
            <a:r>
              <a:rPr lang="en-US" sz="1400" i="1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Edward Waters University Undergraduate Research Journal</a:t>
            </a:r>
            <a:r>
              <a:rPr lang="en-US" sz="140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vol. 1, no. 1, 2023.</a:t>
            </a:r>
            <a:endParaRPr lang="en-US" sz="14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endParaRPr lang="en-US" sz="1400" dirty="0">
              <a:solidFill>
                <a:srgbClr val="141413"/>
              </a:solidFill>
              <a:highlight>
                <a:srgbClr val="FFFFFF"/>
              </a:highlight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R. </a:t>
            </a:r>
            <a:r>
              <a:rPr lang="en-US" sz="1400" dirty="0" err="1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Tapu</a:t>
            </a: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B. Mocanu, E. </a:t>
            </a:r>
            <a:r>
              <a:rPr lang="en-US" sz="1400" dirty="0" err="1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Tapu</a:t>
            </a: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and T. Zaharia, "When ultrasonic sensors and computer vision join forces for efficient obstacle detection and recognition," </a:t>
            </a:r>
            <a:r>
              <a:rPr lang="en-US" sz="1400" i="1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Sensors</a:t>
            </a:r>
            <a:r>
              <a:rPr lang="en-US" sz="1400" dirty="0">
                <a:solidFill>
                  <a:srgbClr val="141413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, vol. 16, no. 11, p. 1807, 2016.</a:t>
            </a:r>
            <a:endParaRPr lang="en-US" sz="1200" dirty="0">
              <a:latin typeface="Times New Roman"/>
              <a:ea typeface="Calibri" panose="020F0502020204030204"/>
              <a:cs typeface="Times New Roman"/>
            </a:endParaRPr>
          </a:p>
          <a:p>
            <a:pPr marL="228600" indent="-228600">
              <a:buFont typeface="Arial"/>
              <a:buChar char="•"/>
            </a:pPr>
            <a:endParaRPr lang="en-US" sz="1400" dirty="0">
              <a:solidFill>
                <a:srgbClr val="141413"/>
              </a:solidFill>
              <a:latin typeface="Times New Roman"/>
              <a:ea typeface="Anthropic Sans"/>
              <a:cs typeface="Times New Roman"/>
            </a:endParaRP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3EBFD92-FDA8-D974-D9F9-753076E86C7E}"/>
              </a:ext>
            </a:extLst>
          </p:cNvPr>
          <p:cNvSpPr/>
          <p:nvPr/>
        </p:nvSpPr>
        <p:spPr>
          <a:xfrm>
            <a:off x="458093" y="474310"/>
            <a:ext cx="2398363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>
                <a:solidFill>
                  <a:srgbClr val="145673"/>
                </a:solidFill>
                <a:latin typeface="Times New Roman"/>
                <a:ea typeface="Calibri"/>
                <a:cs typeface="Times New Roman"/>
              </a:rPr>
              <a:t>References</a:t>
            </a:r>
            <a:endParaRPr lang="en-US" sz="2800" dirty="0">
              <a:solidFill>
                <a:srgbClr val="145673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Picture 5" descr="Frankfurt University of Applied Sciences | House of Energy">
            <a:extLst>
              <a:ext uri="{FF2B5EF4-FFF2-40B4-BE49-F238E27FC236}">
                <a16:creationId xmlns:a16="http://schemas.microsoft.com/office/drawing/2014/main" id="{28DC4D2E-1A95-6135-36F6-C68DF658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522" y="96524"/>
            <a:ext cx="2027438" cy="7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2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(16:9)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Network Management Framework</dc:title>
  <dc:subject>Mobile Computing Project</dc:subject>
  <dc:creator>Group L - 5G Network Management</dc:creator>
  <cp:revision>225</cp:revision>
  <dcterms:created xsi:type="dcterms:W3CDTF">2026-03-04T17:22:40Z</dcterms:created>
  <dcterms:modified xsi:type="dcterms:W3CDTF">2026-03-19T22:33:14Z</dcterms:modified>
</cp:coreProperties>
</file>